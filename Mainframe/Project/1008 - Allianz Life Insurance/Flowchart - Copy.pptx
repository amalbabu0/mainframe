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B1F82D-851A-4D80-B1FC-658067FD90F3}" v="8" dt="2025-06-03T17:30:18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716" y="-2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, Sethuraman (Contractor)" userId="4d0fba1f-9614-4779-9511-e82ed3a51b98" providerId="ADAL" clId="{57B1F82D-851A-4D80-B1FC-658067FD90F3}"/>
    <pc:docChg chg="modSld">
      <pc:chgData name="C, Sethuraman (Contractor)" userId="4d0fba1f-9614-4779-9511-e82ed3a51b98" providerId="ADAL" clId="{57B1F82D-851A-4D80-B1FC-658067FD90F3}" dt="2025-06-03T17:31:11.712" v="12" actId="20577"/>
      <pc:docMkLst>
        <pc:docMk/>
      </pc:docMkLst>
      <pc:sldChg chg="modSp mod">
        <pc:chgData name="C, Sethuraman (Contractor)" userId="4d0fba1f-9614-4779-9511-e82ed3a51b98" providerId="ADAL" clId="{57B1F82D-851A-4D80-B1FC-658067FD90F3}" dt="2025-06-03T17:31:11.712" v="12" actId="20577"/>
        <pc:sldMkLst>
          <pc:docMk/>
          <pc:sldMk cId="3807008875" sldId="256"/>
        </pc:sldMkLst>
        <pc:spChg chg="mod">
          <ac:chgData name="C, Sethuraman (Contractor)" userId="4d0fba1f-9614-4779-9511-e82ed3a51b98" providerId="ADAL" clId="{57B1F82D-851A-4D80-B1FC-658067FD90F3}" dt="2025-06-03T17:31:11.712" v="12" actId="20577"/>
          <ac:spMkLst>
            <pc:docMk/>
            <pc:sldMk cId="3807008875" sldId="256"/>
            <ac:spMk id="3" creationId="{952D7A38-DCD9-F418-C099-827D82745381}"/>
          </ac:spMkLst>
        </pc:spChg>
        <pc:graphicFrameChg chg="mod">
          <ac:chgData name="C, Sethuraman (Contractor)" userId="4d0fba1f-9614-4779-9511-e82ed3a51b98" providerId="ADAL" clId="{57B1F82D-851A-4D80-B1FC-658067FD90F3}" dt="2025-06-03T17:30:18.433" v="10" actId="207"/>
          <ac:graphicFrameMkLst>
            <pc:docMk/>
            <pc:sldMk cId="3807008875" sldId="256"/>
            <ac:graphicFrameMk id="4" creationId="{EB4B8205-5612-6DD0-974A-ADDC8E79C251}"/>
          </ac:graphicFrameMkLst>
        </pc:graphicFrameChg>
      </pc:sldChg>
    </pc:docChg>
  </pc:docChgLst>
  <pc:docChgLst>
    <pc:chgData name="C, Sethuraman (Contractor)" userId="4d0fba1f-9614-4779-9511-e82ed3a51b98" providerId="ADAL" clId="{76C38D4C-FB90-4540-B2D9-62E1EADA4514}"/>
    <pc:docChg chg="addSld">
      <pc:chgData name="C, Sethuraman (Contractor)" userId="4d0fba1f-9614-4779-9511-e82ed3a51b98" providerId="ADAL" clId="{76C38D4C-FB90-4540-B2D9-62E1EADA4514}" dt="2025-05-06T05:41:20.633" v="0" actId="680"/>
      <pc:docMkLst>
        <pc:docMk/>
      </pc:docMkLst>
      <pc:sldChg chg="new">
        <pc:chgData name="C, Sethuraman (Contractor)" userId="4d0fba1f-9614-4779-9511-e82ed3a51b98" providerId="ADAL" clId="{76C38D4C-FB90-4540-B2D9-62E1EADA4514}" dt="2025-05-06T05:41:20.633" v="0" actId="680"/>
        <pc:sldMkLst>
          <pc:docMk/>
          <pc:sldMk cId="3807008875" sldId="25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E66B4B-39D4-450B-988E-3BB7D54044E1}" type="doc">
      <dgm:prSet loTypeId="urn:microsoft.com/office/officeart/2008/layout/NameandTitleOrganizationalChart" loCatId="hierarchy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3FE281E-FE8C-4F97-94AE-1635F0F8B8C1}">
      <dgm:prSet phldrT="[Text]" custT="1"/>
      <dgm:spPr/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Input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9CF5D308-348D-4B33-A74E-D8E14E74B487}" type="sibTrans" cxnId="{77A57504-2DDA-4072-AC97-DE9B189AA071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PS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59CD5BDE-A86E-4BB3-B513-AB03ED55AA87}" type="parTrans" cxnId="{77A57504-2DDA-4072-AC97-DE9B189AA071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8D054978-4821-4C29-9B83-6387016DC041}">
      <dgm:prSet phldrT="[Text]" custT="1"/>
      <dgm:spPr>
        <a:solidFill>
          <a:srgbClr val="C00000"/>
        </a:solidFill>
      </dgm:spPr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Validation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C716A6FC-9B5D-4E4B-B73E-E85608CD2B51}" type="sibTrans" cxnId="{E1ACB6BF-C7E8-421F-8A16-25BD13406462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COBOL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3AC126A2-3617-4FD7-955D-448CC1DA2728}" type="parTrans" cxnId="{E1ACB6BF-C7E8-421F-8A16-25BD13406462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784622E7-42C4-4B0D-AF12-B98518C00FEE}">
      <dgm:prSet custT="1"/>
      <dgm:spPr>
        <a:solidFill>
          <a:schemeClr val="tx2">
            <a:lumMod val="50000"/>
            <a:lumOff val="50000"/>
          </a:schemeClr>
        </a:solidFill>
      </dgm:spPr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Premium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BE3C6CF9-F341-4EBF-AEBE-C81D8282FEC6}" type="parTrans" cxnId="{2230E3C8-643A-4F94-93C2-D28F585D20EB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81DAF880-A1F9-4DFA-95BE-665C6D02AF8E}" type="sibTrans" cxnId="{2230E3C8-643A-4F94-93C2-D28F585D20EB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Table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1C1C9C75-D310-4DBF-A9C9-8E5C1E641D10}">
      <dgm:prSet custT="1"/>
      <dgm:spPr>
        <a:solidFill>
          <a:srgbClr val="FF0000"/>
        </a:solidFill>
      </dgm:spPr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Error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6CB7E76D-15D9-48FC-ADC6-505A58037B7B}" type="parTrans" cxnId="{51761053-7770-49CB-8849-4D4775075E75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C83E7969-40BD-485D-A9B0-488A8B1A262B}" type="sibTrans" cxnId="{51761053-7770-49CB-8849-4D4775075E75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PS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1CC10E3B-09A1-4E6B-87C9-A9C66B6DBB9F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Premium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64303472-7AFA-4078-833B-F9A32228728B}" type="parTrans" cxnId="{ACB273DC-D328-4E55-B0A0-21187760FDC3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4D8D6ADC-4DD9-42DA-8551-22323BE1ABDD}" type="sibTrans" cxnId="{ACB273DC-D328-4E55-B0A0-21187760FDC3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PS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53499405-35C5-45FF-9FA3-D762A2111F9F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Master VSAM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CDB9FA47-7CA8-4831-B84C-4103CF9FD27D}" type="parTrans" cxnId="{033467B4-4C22-460E-A040-17412CAA0A7A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023606EF-53EE-499D-9B61-08FCC558FB4D}" type="sibTrans" cxnId="{033467B4-4C22-460E-A040-17412CAA0A7A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KSDS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2A3FA24F-CE1E-435C-AA9A-184B2DFE5ABE}">
      <dgm:prSet custT="1"/>
      <dgm:spPr>
        <a:solidFill>
          <a:srgbClr val="FF33CC"/>
        </a:solidFill>
      </dgm:spPr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Report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63CBE9B3-EC89-4374-B160-8F43E3F8A011}" type="parTrans" cxnId="{E2C704C3-D321-4987-8E49-FDA0C0A21FAD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67394F39-3781-4744-B4D5-A0F40F900032}" type="sibTrans" cxnId="{E2C704C3-D321-4987-8E49-FDA0C0A21FAD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PS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3AA1692D-FE32-46FF-8181-E65301E27077}">
      <dgm:prSet custT="1"/>
      <dgm:spPr>
        <a:solidFill>
          <a:srgbClr val="C00000"/>
        </a:solidFill>
      </dgm:spPr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Sort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62DBE541-31E3-4B38-AB0D-0BED76D9D30B}" type="parTrans" cxnId="{23D04859-EDD8-410A-AFA1-C1D729C5CA3F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D9586AC3-AFA6-4DA1-BA24-A9A8263C8A78}" type="sibTrans" cxnId="{23D04859-EDD8-410A-AFA1-C1D729C5CA3F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JCL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F03B3875-DE8D-4E69-ABBA-CCE2AC7D2659}" type="asst">
      <dgm:prSet custT="1"/>
      <dgm:spPr/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Backup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D4A28184-54C0-44E2-BA9C-C56D44953FDD}" type="parTrans" cxnId="{12141F2B-947C-44E9-9CF1-AE44C2DE0FFE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7EE40755-F10C-4DED-BABF-70328027077A}" type="sibTrans" cxnId="{12141F2B-947C-44E9-9CF1-AE44C2DE0FFE}">
      <dgm:prSet custT="1"/>
      <dgm:spPr/>
      <dgm:t>
        <a:bodyPr/>
        <a:lstStyle/>
        <a:p>
          <a:pPr algn="ctr"/>
          <a:r>
            <a:rPr lang="en-IN" sz="1200" dirty="0">
              <a:latin typeface="Gill Sans MT" panose="020B0502020104020203" pitchFamily="34" charset="0"/>
            </a:rPr>
            <a:t>GDG – Limit 7</a:t>
          </a:r>
          <a:endParaRPr lang="en-US" sz="1200" dirty="0">
            <a:latin typeface="Gill Sans MT" panose="020B0502020104020203" pitchFamily="34" charset="0"/>
          </a:endParaRPr>
        </a:p>
      </dgm:t>
    </dgm:pt>
    <dgm:pt modelId="{2D454146-F105-4670-8D11-013FE4ECC2DD}" type="asst">
      <dgm:prSet custT="1"/>
      <dgm:spPr/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Backup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E4C74B47-2C5F-4B0B-9041-3D5F7A65C4D1}" type="parTrans" cxnId="{F7FC1DF2-27A2-4ED2-ADE3-7ED4238E27D8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478C0E84-BBAF-486A-90F8-D7A7DE5E6E7F}" type="sibTrans" cxnId="{F7FC1DF2-27A2-4ED2-ADE3-7ED4238E27D8}">
      <dgm:prSet custT="1"/>
      <dgm:spPr/>
      <dgm:t>
        <a:bodyPr/>
        <a:lstStyle/>
        <a:p>
          <a:pPr algn="ctr"/>
          <a:r>
            <a:rPr lang="en-IN" sz="1200" dirty="0">
              <a:latin typeface="Gill Sans MT" panose="020B0502020104020203" pitchFamily="34" charset="0"/>
            </a:rPr>
            <a:t>GDG – Limit 7</a:t>
          </a:r>
          <a:endParaRPr lang="en-US" sz="1200" dirty="0">
            <a:latin typeface="Gill Sans MT" panose="020B0502020104020203" pitchFamily="34" charset="0"/>
          </a:endParaRPr>
        </a:p>
      </dgm:t>
    </dgm:pt>
    <dgm:pt modelId="{66D17851-6230-4684-9D25-F1F1ADA95066}" type="asst">
      <dgm:prSet custT="1"/>
      <dgm:spPr/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Backup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F30C9C89-EE0F-4E90-A284-293EEFBEA59A}" type="parTrans" cxnId="{1C630A69-B0A2-4A75-AD81-6D6F6DBF138C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4CB4AB5F-6C93-49A8-B353-9E298731CE54}" type="sibTrans" cxnId="{1C630A69-B0A2-4A75-AD81-6D6F6DBF138C}">
      <dgm:prSet custT="1"/>
      <dgm:spPr/>
      <dgm:t>
        <a:bodyPr/>
        <a:lstStyle/>
        <a:p>
          <a:pPr algn="ctr"/>
          <a:r>
            <a:rPr lang="en-IN" sz="1200" dirty="0">
              <a:latin typeface="Gill Sans MT" panose="020B0502020104020203" pitchFamily="34" charset="0"/>
            </a:rPr>
            <a:t>GDG - Limit 7</a:t>
          </a:r>
          <a:endParaRPr lang="en-US" sz="1200" dirty="0">
            <a:latin typeface="Gill Sans MT" panose="020B0502020104020203" pitchFamily="34" charset="0"/>
          </a:endParaRPr>
        </a:p>
      </dgm:t>
    </dgm:pt>
    <dgm:pt modelId="{D230F85F-4073-47DC-855B-7A4C8175EF94}">
      <dgm:prSet custT="1"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Sort 1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DEF5A09C-651D-4564-8713-CF52C08D6399}" type="parTrans" cxnId="{85A5A3F4-2FC3-4DDF-A3E8-EF266413185D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F8CE5D5D-BD19-459D-A35D-AF7CC9468551}" type="sibTrans" cxnId="{85A5A3F4-2FC3-4DDF-A3E8-EF266413185D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PS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411C6806-FAA4-44E1-8C46-30ED2BA32E03}">
      <dgm:prSet custT="1"/>
      <dgm:spPr/>
      <dgm:t>
        <a:bodyPr/>
        <a:lstStyle/>
        <a:p>
          <a:r>
            <a:rPr lang="en-IN" sz="1400" dirty="0">
              <a:latin typeface="Gill Sans MT" panose="020B0502020104020203" pitchFamily="34" charset="0"/>
            </a:rPr>
            <a:t>Sort 2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237ACC16-F628-4356-B62B-D6A357C0C8BA}" type="parTrans" cxnId="{971F08FE-5A75-47E6-A1F5-D66AC928B6B2}">
      <dgm:prSet/>
      <dgm:spPr/>
      <dgm:t>
        <a:bodyPr/>
        <a:lstStyle/>
        <a:p>
          <a:endParaRPr lang="en-US" sz="1400">
            <a:latin typeface="Gill Sans MT" panose="020B0502020104020203" pitchFamily="34" charset="0"/>
          </a:endParaRPr>
        </a:p>
      </dgm:t>
    </dgm:pt>
    <dgm:pt modelId="{438B1F09-5ED8-44FF-B9AD-A17F7D759D06}" type="sibTrans" cxnId="{971F08FE-5A75-47E6-A1F5-D66AC928B6B2}">
      <dgm:prSet custT="1"/>
      <dgm:spPr/>
      <dgm:t>
        <a:bodyPr/>
        <a:lstStyle/>
        <a:p>
          <a:pPr algn="ctr"/>
          <a:r>
            <a:rPr lang="en-IN" sz="1400" dirty="0">
              <a:latin typeface="Gill Sans MT" panose="020B0502020104020203" pitchFamily="34" charset="0"/>
            </a:rPr>
            <a:t>PS</a:t>
          </a:r>
          <a:endParaRPr lang="en-US" sz="1400" dirty="0">
            <a:latin typeface="Gill Sans MT" panose="020B0502020104020203" pitchFamily="34" charset="0"/>
          </a:endParaRPr>
        </a:p>
      </dgm:t>
    </dgm:pt>
    <dgm:pt modelId="{AC31FCEF-50DB-43BF-A9C9-9755C0742D11}" type="pres">
      <dgm:prSet presAssocID="{14E66B4B-39D4-450B-988E-3BB7D54044E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FA7415F-D347-4D7B-88B9-65AC7D08D416}" type="pres">
      <dgm:prSet presAssocID="{63FE281E-FE8C-4F97-94AE-1635F0F8B8C1}" presName="hierRoot1" presStyleCnt="0">
        <dgm:presLayoutVars>
          <dgm:hierBranch val="init"/>
        </dgm:presLayoutVars>
      </dgm:prSet>
      <dgm:spPr/>
    </dgm:pt>
    <dgm:pt modelId="{80EF7760-DDCB-4139-9FB2-7A0EA9150271}" type="pres">
      <dgm:prSet presAssocID="{63FE281E-FE8C-4F97-94AE-1635F0F8B8C1}" presName="rootComposite1" presStyleCnt="0"/>
      <dgm:spPr/>
    </dgm:pt>
    <dgm:pt modelId="{33FD71D4-82E9-491B-BF71-0675059B7E9A}" type="pres">
      <dgm:prSet presAssocID="{63FE281E-FE8C-4F97-94AE-1635F0F8B8C1}" presName="rootText1" presStyleLbl="node0" presStyleIdx="0" presStyleCnt="1">
        <dgm:presLayoutVars>
          <dgm:chMax/>
          <dgm:chPref val="3"/>
        </dgm:presLayoutVars>
      </dgm:prSet>
      <dgm:spPr/>
    </dgm:pt>
    <dgm:pt modelId="{9E02011A-C7A3-495F-9A37-67EA9BFED7CF}" type="pres">
      <dgm:prSet presAssocID="{63FE281E-FE8C-4F97-94AE-1635F0F8B8C1}" presName="titleText1" presStyleLbl="fgAcc0" presStyleIdx="0" presStyleCnt="1">
        <dgm:presLayoutVars>
          <dgm:chMax val="0"/>
          <dgm:chPref val="0"/>
        </dgm:presLayoutVars>
      </dgm:prSet>
      <dgm:spPr/>
    </dgm:pt>
    <dgm:pt modelId="{DD7561E8-4630-4F6B-88E6-FA95110603D7}" type="pres">
      <dgm:prSet presAssocID="{63FE281E-FE8C-4F97-94AE-1635F0F8B8C1}" presName="rootConnector1" presStyleLbl="node1" presStyleIdx="0" presStyleCnt="9"/>
      <dgm:spPr/>
    </dgm:pt>
    <dgm:pt modelId="{C362912B-1A7C-4F65-84E0-704734859E63}" type="pres">
      <dgm:prSet presAssocID="{63FE281E-FE8C-4F97-94AE-1635F0F8B8C1}" presName="hierChild2" presStyleCnt="0"/>
      <dgm:spPr/>
    </dgm:pt>
    <dgm:pt modelId="{95AE2914-8688-4A0E-8B2D-7BB12D917D6F}" type="pres">
      <dgm:prSet presAssocID="{3AC126A2-3617-4FD7-955D-448CC1DA2728}" presName="Name37" presStyleLbl="parChTrans1D2" presStyleIdx="0" presStyleCnt="2"/>
      <dgm:spPr/>
    </dgm:pt>
    <dgm:pt modelId="{1CB16D39-0D8C-4C10-B145-4C729DDE4D90}" type="pres">
      <dgm:prSet presAssocID="{8D054978-4821-4C29-9B83-6387016DC041}" presName="hierRoot2" presStyleCnt="0">
        <dgm:presLayoutVars>
          <dgm:hierBranch val="init"/>
        </dgm:presLayoutVars>
      </dgm:prSet>
      <dgm:spPr/>
    </dgm:pt>
    <dgm:pt modelId="{68BC22D0-55BD-482F-808D-9BDE9AF04C16}" type="pres">
      <dgm:prSet presAssocID="{8D054978-4821-4C29-9B83-6387016DC041}" presName="rootComposite" presStyleCnt="0"/>
      <dgm:spPr/>
    </dgm:pt>
    <dgm:pt modelId="{342CAB24-F743-4676-9982-A2C0490E6328}" type="pres">
      <dgm:prSet presAssocID="{8D054978-4821-4C29-9B83-6387016DC041}" presName="rootText" presStyleLbl="node1" presStyleIdx="0" presStyleCnt="9" custScaleX="131815" custScaleY="158805" custLinFactNeighborX="-5257">
        <dgm:presLayoutVars>
          <dgm:chMax/>
          <dgm:chPref val="3"/>
        </dgm:presLayoutVars>
      </dgm:prSet>
      <dgm:spPr>
        <a:prstGeom prst="diamond">
          <a:avLst/>
        </a:prstGeom>
      </dgm:spPr>
    </dgm:pt>
    <dgm:pt modelId="{B47BF3AF-A4DC-4C9F-A3A7-183509652192}" type="pres">
      <dgm:prSet presAssocID="{8D054978-4821-4C29-9B83-6387016DC041}" presName="titleText2" presStyleLbl="fgAcc1" presStyleIdx="0" presStyleCnt="9">
        <dgm:presLayoutVars>
          <dgm:chMax val="0"/>
          <dgm:chPref val="0"/>
        </dgm:presLayoutVars>
      </dgm:prSet>
      <dgm:spPr/>
    </dgm:pt>
    <dgm:pt modelId="{67E6E90C-FC4D-4BEC-9DB7-E35F83B18F46}" type="pres">
      <dgm:prSet presAssocID="{8D054978-4821-4C29-9B83-6387016DC041}" presName="rootConnector" presStyleLbl="node2" presStyleIdx="0" presStyleCnt="0"/>
      <dgm:spPr/>
    </dgm:pt>
    <dgm:pt modelId="{25B42702-E68C-4EC4-9928-852BD9BC8147}" type="pres">
      <dgm:prSet presAssocID="{8D054978-4821-4C29-9B83-6387016DC041}" presName="hierChild4" presStyleCnt="0"/>
      <dgm:spPr/>
    </dgm:pt>
    <dgm:pt modelId="{A5808483-9826-4E43-ABBD-72620D75AF27}" type="pres">
      <dgm:prSet presAssocID="{BE3C6CF9-F341-4EBF-AEBE-C81D8282FEC6}" presName="Name37" presStyleLbl="parChTrans1D3" presStyleIdx="0" presStyleCnt="2"/>
      <dgm:spPr/>
    </dgm:pt>
    <dgm:pt modelId="{838E48F5-F447-421C-A882-342F9D2FD509}" type="pres">
      <dgm:prSet presAssocID="{784622E7-42C4-4B0D-AF12-B98518C00FEE}" presName="hierRoot2" presStyleCnt="0">
        <dgm:presLayoutVars>
          <dgm:hierBranch val="init"/>
        </dgm:presLayoutVars>
      </dgm:prSet>
      <dgm:spPr/>
    </dgm:pt>
    <dgm:pt modelId="{FE25CF57-1CEC-47B6-9658-D53064F95895}" type="pres">
      <dgm:prSet presAssocID="{784622E7-42C4-4B0D-AF12-B98518C00FEE}" presName="rootComposite" presStyleCnt="0"/>
      <dgm:spPr/>
    </dgm:pt>
    <dgm:pt modelId="{C84733E2-01F7-4BAC-8BE5-EC320FAB1E7C}" type="pres">
      <dgm:prSet presAssocID="{784622E7-42C4-4B0D-AF12-B98518C00FEE}" presName="rootText" presStyleLbl="node1" presStyleIdx="1" presStyleCnt="9">
        <dgm:presLayoutVars>
          <dgm:chMax/>
          <dgm:chPref val="3"/>
        </dgm:presLayoutVars>
      </dgm:prSet>
      <dgm:spPr>
        <a:prstGeom prst="snip2DiagRect">
          <a:avLst/>
        </a:prstGeom>
      </dgm:spPr>
    </dgm:pt>
    <dgm:pt modelId="{E4B322E1-3724-4FD2-B01C-7B40529CA6DB}" type="pres">
      <dgm:prSet presAssocID="{784622E7-42C4-4B0D-AF12-B98518C00FEE}" presName="titleText2" presStyleLbl="fgAcc1" presStyleIdx="1" presStyleCnt="9">
        <dgm:presLayoutVars>
          <dgm:chMax val="0"/>
          <dgm:chPref val="0"/>
        </dgm:presLayoutVars>
      </dgm:prSet>
      <dgm:spPr/>
    </dgm:pt>
    <dgm:pt modelId="{B69DE159-FD77-465B-AE19-309CA04382C0}" type="pres">
      <dgm:prSet presAssocID="{784622E7-42C4-4B0D-AF12-B98518C00FEE}" presName="rootConnector" presStyleLbl="node3" presStyleIdx="0" presStyleCnt="0"/>
      <dgm:spPr/>
    </dgm:pt>
    <dgm:pt modelId="{B0F0EFB6-0763-4ED9-8A15-3DBB4D8086BE}" type="pres">
      <dgm:prSet presAssocID="{784622E7-42C4-4B0D-AF12-B98518C00FEE}" presName="hierChild4" presStyleCnt="0"/>
      <dgm:spPr/>
    </dgm:pt>
    <dgm:pt modelId="{FB5E5AAB-449F-4FF1-86C9-F5BB768C40DF}" type="pres">
      <dgm:prSet presAssocID="{64303472-7AFA-4078-833B-F9A32228728B}" presName="Name37" presStyleLbl="parChTrans1D4" presStyleIdx="0" presStyleCnt="8"/>
      <dgm:spPr/>
    </dgm:pt>
    <dgm:pt modelId="{509E521C-75C7-4236-A526-558DE8706458}" type="pres">
      <dgm:prSet presAssocID="{1CC10E3B-09A1-4E6B-87C9-A9C66B6DBB9F}" presName="hierRoot2" presStyleCnt="0">
        <dgm:presLayoutVars>
          <dgm:hierBranch val="init"/>
        </dgm:presLayoutVars>
      </dgm:prSet>
      <dgm:spPr/>
    </dgm:pt>
    <dgm:pt modelId="{2CF2C34B-E2DC-48A1-BA65-C5C4F6732EB2}" type="pres">
      <dgm:prSet presAssocID="{1CC10E3B-09A1-4E6B-87C9-A9C66B6DBB9F}" presName="rootComposite" presStyleCnt="0"/>
      <dgm:spPr/>
    </dgm:pt>
    <dgm:pt modelId="{1711939A-453B-41E3-863B-C20BE5B042BD}" type="pres">
      <dgm:prSet presAssocID="{1CC10E3B-09A1-4E6B-87C9-A9C66B6DBB9F}" presName="rootText" presStyleLbl="node1" presStyleIdx="2" presStyleCnt="9">
        <dgm:presLayoutVars>
          <dgm:chMax/>
          <dgm:chPref val="3"/>
        </dgm:presLayoutVars>
      </dgm:prSet>
      <dgm:spPr/>
    </dgm:pt>
    <dgm:pt modelId="{55BADA59-0DD9-4328-8696-A3B06884F973}" type="pres">
      <dgm:prSet presAssocID="{1CC10E3B-09A1-4E6B-87C9-A9C66B6DBB9F}" presName="titleText2" presStyleLbl="fgAcc1" presStyleIdx="2" presStyleCnt="9">
        <dgm:presLayoutVars>
          <dgm:chMax val="0"/>
          <dgm:chPref val="0"/>
        </dgm:presLayoutVars>
      </dgm:prSet>
      <dgm:spPr/>
    </dgm:pt>
    <dgm:pt modelId="{6FC4D57D-8EA0-4305-A419-BCA5FAA07FB9}" type="pres">
      <dgm:prSet presAssocID="{1CC10E3B-09A1-4E6B-87C9-A9C66B6DBB9F}" presName="rootConnector" presStyleLbl="node4" presStyleIdx="0" presStyleCnt="0"/>
      <dgm:spPr/>
    </dgm:pt>
    <dgm:pt modelId="{A7522FF8-C986-48E9-BC97-B0AC2A941A82}" type="pres">
      <dgm:prSet presAssocID="{1CC10E3B-09A1-4E6B-87C9-A9C66B6DBB9F}" presName="hierChild4" presStyleCnt="0"/>
      <dgm:spPr/>
    </dgm:pt>
    <dgm:pt modelId="{F2C1D632-F326-430D-9BC4-2A95FE0997FA}" type="pres">
      <dgm:prSet presAssocID="{62DBE541-31E3-4B38-AB0D-0BED76D9D30B}" presName="Name37" presStyleLbl="parChTrans1D4" presStyleIdx="1" presStyleCnt="8"/>
      <dgm:spPr/>
    </dgm:pt>
    <dgm:pt modelId="{2502EAB9-ADD7-4366-9F8A-D332C633D981}" type="pres">
      <dgm:prSet presAssocID="{3AA1692D-FE32-46FF-8181-E65301E27077}" presName="hierRoot2" presStyleCnt="0">
        <dgm:presLayoutVars>
          <dgm:hierBranch val="init"/>
        </dgm:presLayoutVars>
      </dgm:prSet>
      <dgm:spPr/>
    </dgm:pt>
    <dgm:pt modelId="{8A55EB0D-7835-4C8D-8DD5-FD2FF05277D1}" type="pres">
      <dgm:prSet presAssocID="{3AA1692D-FE32-46FF-8181-E65301E27077}" presName="rootComposite" presStyleCnt="0"/>
      <dgm:spPr/>
    </dgm:pt>
    <dgm:pt modelId="{EB3154D7-3C26-4935-A28C-062A751E4D4A}" type="pres">
      <dgm:prSet presAssocID="{3AA1692D-FE32-46FF-8181-E65301E27077}" presName="rootText" presStyleLbl="node1" presStyleIdx="3" presStyleCnt="9" custScaleX="124806" custScaleY="149083" custLinFactNeighborX="-5257">
        <dgm:presLayoutVars>
          <dgm:chMax/>
          <dgm:chPref val="3"/>
        </dgm:presLayoutVars>
      </dgm:prSet>
      <dgm:spPr>
        <a:prstGeom prst="diamond">
          <a:avLst/>
        </a:prstGeom>
      </dgm:spPr>
    </dgm:pt>
    <dgm:pt modelId="{C2A244E6-CF4E-4B7D-81AF-06CF0C0DEDC4}" type="pres">
      <dgm:prSet presAssocID="{3AA1692D-FE32-46FF-8181-E65301E27077}" presName="titleText2" presStyleLbl="fgAcc1" presStyleIdx="3" presStyleCnt="9">
        <dgm:presLayoutVars>
          <dgm:chMax val="0"/>
          <dgm:chPref val="0"/>
        </dgm:presLayoutVars>
      </dgm:prSet>
      <dgm:spPr/>
    </dgm:pt>
    <dgm:pt modelId="{DAC7ED98-99D8-4E3D-AA1A-C5DFCF23CFE8}" type="pres">
      <dgm:prSet presAssocID="{3AA1692D-FE32-46FF-8181-E65301E27077}" presName="rootConnector" presStyleLbl="node4" presStyleIdx="0" presStyleCnt="0"/>
      <dgm:spPr/>
    </dgm:pt>
    <dgm:pt modelId="{702E054D-2124-40E7-921E-978915B798E6}" type="pres">
      <dgm:prSet presAssocID="{3AA1692D-FE32-46FF-8181-E65301E27077}" presName="hierChild4" presStyleCnt="0"/>
      <dgm:spPr/>
    </dgm:pt>
    <dgm:pt modelId="{8F6FB9F7-A8A6-4347-849E-101A9E101216}" type="pres">
      <dgm:prSet presAssocID="{DEF5A09C-651D-4564-8713-CF52C08D6399}" presName="Name37" presStyleLbl="parChTrans1D4" presStyleIdx="2" presStyleCnt="8"/>
      <dgm:spPr/>
    </dgm:pt>
    <dgm:pt modelId="{E4ED8984-0FA1-4F21-AACF-C4B9C507E8FA}" type="pres">
      <dgm:prSet presAssocID="{D230F85F-4073-47DC-855B-7A4C8175EF94}" presName="hierRoot2" presStyleCnt="0">
        <dgm:presLayoutVars>
          <dgm:hierBranch val="init"/>
        </dgm:presLayoutVars>
      </dgm:prSet>
      <dgm:spPr/>
    </dgm:pt>
    <dgm:pt modelId="{AE9CDA93-03BE-4BD0-BA7B-2A9B29BBEB29}" type="pres">
      <dgm:prSet presAssocID="{D230F85F-4073-47DC-855B-7A4C8175EF94}" presName="rootComposite" presStyleCnt="0"/>
      <dgm:spPr/>
    </dgm:pt>
    <dgm:pt modelId="{534305E7-9330-4FC3-BBAA-1EB01168EECC}" type="pres">
      <dgm:prSet presAssocID="{D230F85F-4073-47DC-855B-7A4C8175EF94}" presName="rootText" presStyleLbl="node1" presStyleIdx="4" presStyleCnt="9">
        <dgm:presLayoutVars>
          <dgm:chMax/>
          <dgm:chPref val="3"/>
        </dgm:presLayoutVars>
      </dgm:prSet>
      <dgm:spPr/>
    </dgm:pt>
    <dgm:pt modelId="{21DC5939-A2CB-4A7A-A06D-3D3234641035}" type="pres">
      <dgm:prSet presAssocID="{D230F85F-4073-47DC-855B-7A4C8175EF94}" presName="titleText2" presStyleLbl="fgAcc1" presStyleIdx="4" presStyleCnt="9">
        <dgm:presLayoutVars>
          <dgm:chMax val="0"/>
          <dgm:chPref val="0"/>
        </dgm:presLayoutVars>
      </dgm:prSet>
      <dgm:spPr/>
    </dgm:pt>
    <dgm:pt modelId="{8C20FDD7-1CBE-4CF9-A034-0A91DD852146}" type="pres">
      <dgm:prSet presAssocID="{D230F85F-4073-47DC-855B-7A4C8175EF94}" presName="rootConnector" presStyleLbl="node4" presStyleIdx="0" presStyleCnt="0"/>
      <dgm:spPr/>
    </dgm:pt>
    <dgm:pt modelId="{EECBC450-A890-494C-9B84-2BBA7B42D1C9}" type="pres">
      <dgm:prSet presAssocID="{D230F85F-4073-47DC-855B-7A4C8175EF94}" presName="hierChild4" presStyleCnt="0"/>
      <dgm:spPr/>
    </dgm:pt>
    <dgm:pt modelId="{99DE43F4-C689-40F6-B49F-207CAF349AD5}" type="pres">
      <dgm:prSet presAssocID="{D230F85F-4073-47DC-855B-7A4C8175EF94}" presName="hierChild5" presStyleCnt="0"/>
      <dgm:spPr/>
    </dgm:pt>
    <dgm:pt modelId="{F52333CA-6608-4D78-A484-D07BF83FF061}" type="pres">
      <dgm:prSet presAssocID="{237ACC16-F628-4356-B62B-D6A357C0C8BA}" presName="Name37" presStyleLbl="parChTrans1D4" presStyleIdx="3" presStyleCnt="8"/>
      <dgm:spPr/>
    </dgm:pt>
    <dgm:pt modelId="{65E853E2-7A08-468A-84EB-E5D3EF357632}" type="pres">
      <dgm:prSet presAssocID="{411C6806-FAA4-44E1-8C46-30ED2BA32E03}" presName="hierRoot2" presStyleCnt="0">
        <dgm:presLayoutVars>
          <dgm:hierBranch val="init"/>
        </dgm:presLayoutVars>
      </dgm:prSet>
      <dgm:spPr/>
    </dgm:pt>
    <dgm:pt modelId="{D0A43110-C3FD-457F-B803-573AC4259F65}" type="pres">
      <dgm:prSet presAssocID="{411C6806-FAA4-44E1-8C46-30ED2BA32E03}" presName="rootComposite" presStyleCnt="0"/>
      <dgm:spPr/>
    </dgm:pt>
    <dgm:pt modelId="{C2455298-C897-4BB9-B6AB-AED1256C11A9}" type="pres">
      <dgm:prSet presAssocID="{411C6806-FAA4-44E1-8C46-30ED2BA32E03}" presName="rootText" presStyleLbl="node1" presStyleIdx="5" presStyleCnt="9">
        <dgm:presLayoutVars>
          <dgm:chMax/>
          <dgm:chPref val="3"/>
        </dgm:presLayoutVars>
      </dgm:prSet>
      <dgm:spPr/>
    </dgm:pt>
    <dgm:pt modelId="{2160A11C-C600-4835-9778-FC91848C6EEF}" type="pres">
      <dgm:prSet presAssocID="{411C6806-FAA4-44E1-8C46-30ED2BA32E03}" presName="titleText2" presStyleLbl="fgAcc1" presStyleIdx="5" presStyleCnt="9">
        <dgm:presLayoutVars>
          <dgm:chMax val="0"/>
          <dgm:chPref val="0"/>
        </dgm:presLayoutVars>
      </dgm:prSet>
      <dgm:spPr/>
    </dgm:pt>
    <dgm:pt modelId="{40D1CE01-480F-4FCA-82A5-591DF4BCEF5F}" type="pres">
      <dgm:prSet presAssocID="{411C6806-FAA4-44E1-8C46-30ED2BA32E03}" presName="rootConnector" presStyleLbl="node4" presStyleIdx="0" presStyleCnt="0"/>
      <dgm:spPr/>
    </dgm:pt>
    <dgm:pt modelId="{75C91E83-58F6-4D07-9773-A178131385AD}" type="pres">
      <dgm:prSet presAssocID="{411C6806-FAA4-44E1-8C46-30ED2BA32E03}" presName="hierChild4" presStyleCnt="0"/>
      <dgm:spPr/>
    </dgm:pt>
    <dgm:pt modelId="{3A842232-45C7-4FA7-8553-1BEA3DB3DE28}" type="pres">
      <dgm:prSet presAssocID="{411C6806-FAA4-44E1-8C46-30ED2BA32E03}" presName="hierChild5" presStyleCnt="0"/>
      <dgm:spPr/>
    </dgm:pt>
    <dgm:pt modelId="{725A9C84-9175-4EEC-A566-15B9A1F10D9A}" type="pres">
      <dgm:prSet presAssocID="{3AA1692D-FE32-46FF-8181-E65301E27077}" presName="hierChild5" presStyleCnt="0"/>
      <dgm:spPr/>
    </dgm:pt>
    <dgm:pt modelId="{4670B04C-41AF-410E-BD69-A0D52A4EFFA4}" type="pres">
      <dgm:prSet presAssocID="{1CC10E3B-09A1-4E6B-87C9-A9C66B6DBB9F}" presName="hierChild5" presStyleCnt="0"/>
      <dgm:spPr/>
    </dgm:pt>
    <dgm:pt modelId="{B7D453B3-C181-4896-AFC2-793725BA6EE8}" type="pres">
      <dgm:prSet presAssocID="{F30C9C89-EE0F-4E90-A284-293EEFBEA59A}" presName="Name96" presStyleLbl="parChTrans1D4" presStyleIdx="4" presStyleCnt="8"/>
      <dgm:spPr/>
    </dgm:pt>
    <dgm:pt modelId="{0EAE7352-039E-40BC-A411-54E956AC9B1D}" type="pres">
      <dgm:prSet presAssocID="{66D17851-6230-4684-9D25-F1F1ADA95066}" presName="hierRoot3" presStyleCnt="0">
        <dgm:presLayoutVars>
          <dgm:hierBranch val="init"/>
        </dgm:presLayoutVars>
      </dgm:prSet>
      <dgm:spPr/>
    </dgm:pt>
    <dgm:pt modelId="{8920585D-E42B-48F9-B6A4-B200EA28C44F}" type="pres">
      <dgm:prSet presAssocID="{66D17851-6230-4684-9D25-F1F1ADA95066}" presName="rootComposite3" presStyleCnt="0"/>
      <dgm:spPr/>
    </dgm:pt>
    <dgm:pt modelId="{1E72BA1F-54A6-4518-A47E-10F555E8B9F1}" type="pres">
      <dgm:prSet presAssocID="{66D17851-6230-4684-9D25-F1F1ADA95066}" presName="rootText3" presStyleLbl="asst1" presStyleIdx="0" presStyleCnt="3">
        <dgm:presLayoutVars>
          <dgm:chPref val="3"/>
        </dgm:presLayoutVars>
      </dgm:prSet>
      <dgm:spPr>
        <a:prstGeom prst="ellipse">
          <a:avLst/>
        </a:prstGeom>
      </dgm:spPr>
    </dgm:pt>
    <dgm:pt modelId="{8529BB10-7E42-4E41-BDD6-A29793638C6C}" type="pres">
      <dgm:prSet presAssocID="{66D17851-6230-4684-9D25-F1F1ADA95066}" presName="titleText3" presStyleLbl="fgAcc2" presStyleIdx="0" presStyleCnt="3">
        <dgm:presLayoutVars>
          <dgm:chMax val="0"/>
          <dgm:chPref val="0"/>
        </dgm:presLayoutVars>
      </dgm:prSet>
      <dgm:spPr/>
    </dgm:pt>
    <dgm:pt modelId="{16D09216-4AD8-405C-B112-D298A99C5BA9}" type="pres">
      <dgm:prSet presAssocID="{66D17851-6230-4684-9D25-F1F1ADA95066}" presName="rootConnector3" presStyleLbl="asst4" presStyleIdx="0" presStyleCnt="0"/>
      <dgm:spPr/>
    </dgm:pt>
    <dgm:pt modelId="{C3DEFB6A-9B48-4B6A-A39F-9E4242242BFD}" type="pres">
      <dgm:prSet presAssocID="{66D17851-6230-4684-9D25-F1F1ADA95066}" presName="hierChild6" presStyleCnt="0"/>
      <dgm:spPr/>
    </dgm:pt>
    <dgm:pt modelId="{8D241DE0-8226-4D29-B698-3DAE007082C5}" type="pres">
      <dgm:prSet presAssocID="{66D17851-6230-4684-9D25-F1F1ADA95066}" presName="hierChild7" presStyleCnt="0"/>
      <dgm:spPr/>
    </dgm:pt>
    <dgm:pt modelId="{B4AD355E-73B4-406A-AA27-9E65544C1F3A}" type="pres">
      <dgm:prSet presAssocID="{CDB9FA47-7CA8-4831-B84C-4103CF9FD27D}" presName="Name37" presStyleLbl="parChTrans1D4" presStyleIdx="5" presStyleCnt="8"/>
      <dgm:spPr/>
    </dgm:pt>
    <dgm:pt modelId="{A9A89DBD-6A52-487B-8A3C-191ACA9D3C74}" type="pres">
      <dgm:prSet presAssocID="{53499405-35C5-45FF-9FA3-D762A2111F9F}" presName="hierRoot2" presStyleCnt="0">
        <dgm:presLayoutVars>
          <dgm:hierBranch val="init"/>
        </dgm:presLayoutVars>
      </dgm:prSet>
      <dgm:spPr/>
    </dgm:pt>
    <dgm:pt modelId="{08BFCEFF-0F8C-4E28-818B-B07C27046AD6}" type="pres">
      <dgm:prSet presAssocID="{53499405-35C5-45FF-9FA3-D762A2111F9F}" presName="rootComposite" presStyleCnt="0"/>
      <dgm:spPr/>
    </dgm:pt>
    <dgm:pt modelId="{212AE1D5-50B0-4F1C-8780-688C6B029D47}" type="pres">
      <dgm:prSet presAssocID="{53499405-35C5-45FF-9FA3-D762A2111F9F}" presName="rootText" presStyleLbl="node1" presStyleIdx="6" presStyleCnt="9">
        <dgm:presLayoutVars>
          <dgm:chMax/>
          <dgm:chPref val="3"/>
        </dgm:presLayoutVars>
      </dgm:prSet>
      <dgm:spPr/>
    </dgm:pt>
    <dgm:pt modelId="{54119D85-97C5-4BCE-861F-06FD77DC3F09}" type="pres">
      <dgm:prSet presAssocID="{53499405-35C5-45FF-9FA3-D762A2111F9F}" presName="titleText2" presStyleLbl="fgAcc1" presStyleIdx="6" presStyleCnt="9">
        <dgm:presLayoutVars>
          <dgm:chMax val="0"/>
          <dgm:chPref val="0"/>
        </dgm:presLayoutVars>
      </dgm:prSet>
      <dgm:spPr/>
    </dgm:pt>
    <dgm:pt modelId="{E5F10830-FDBF-496D-BCB5-ABA1723AD563}" type="pres">
      <dgm:prSet presAssocID="{53499405-35C5-45FF-9FA3-D762A2111F9F}" presName="rootConnector" presStyleLbl="node4" presStyleIdx="0" presStyleCnt="0"/>
      <dgm:spPr/>
    </dgm:pt>
    <dgm:pt modelId="{21B241C1-E708-4E5C-A188-C22447BF9192}" type="pres">
      <dgm:prSet presAssocID="{53499405-35C5-45FF-9FA3-D762A2111F9F}" presName="hierChild4" presStyleCnt="0"/>
      <dgm:spPr/>
    </dgm:pt>
    <dgm:pt modelId="{1B7891D9-B508-4E9D-95D7-E0A5822B9687}" type="pres">
      <dgm:prSet presAssocID="{63CBE9B3-EC89-4374-B160-8F43E3F8A011}" presName="Name37" presStyleLbl="parChTrans1D4" presStyleIdx="6" presStyleCnt="8"/>
      <dgm:spPr/>
    </dgm:pt>
    <dgm:pt modelId="{A2445E75-EFBA-4149-80FB-DD04796EC5EB}" type="pres">
      <dgm:prSet presAssocID="{2A3FA24F-CE1E-435C-AA9A-184B2DFE5ABE}" presName="hierRoot2" presStyleCnt="0">
        <dgm:presLayoutVars>
          <dgm:hierBranch val="init"/>
        </dgm:presLayoutVars>
      </dgm:prSet>
      <dgm:spPr/>
    </dgm:pt>
    <dgm:pt modelId="{4DE872EF-D247-49F9-8AAF-4B26EB256CC6}" type="pres">
      <dgm:prSet presAssocID="{2A3FA24F-CE1E-435C-AA9A-184B2DFE5ABE}" presName="rootComposite" presStyleCnt="0"/>
      <dgm:spPr/>
    </dgm:pt>
    <dgm:pt modelId="{4BCBD1DE-91A7-41DC-9BE0-181209F842FA}" type="pres">
      <dgm:prSet presAssocID="{2A3FA24F-CE1E-435C-AA9A-184B2DFE5ABE}" presName="rootText" presStyleLbl="node1" presStyleIdx="7" presStyleCnt="9">
        <dgm:presLayoutVars>
          <dgm:chMax/>
          <dgm:chPref val="3"/>
        </dgm:presLayoutVars>
      </dgm:prSet>
      <dgm:spPr/>
    </dgm:pt>
    <dgm:pt modelId="{D6F0082F-92A8-4B64-A499-25C397A7DDE0}" type="pres">
      <dgm:prSet presAssocID="{2A3FA24F-CE1E-435C-AA9A-184B2DFE5ABE}" presName="titleText2" presStyleLbl="fgAcc1" presStyleIdx="7" presStyleCnt="9">
        <dgm:presLayoutVars>
          <dgm:chMax val="0"/>
          <dgm:chPref val="0"/>
        </dgm:presLayoutVars>
      </dgm:prSet>
      <dgm:spPr/>
    </dgm:pt>
    <dgm:pt modelId="{F67A7DBE-4DEB-4BDD-925F-0DEC329AFB2D}" type="pres">
      <dgm:prSet presAssocID="{2A3FA24F-CE1E-435C-AA9A-184B2DFE5ABE}" presName="rootConnector" presStyleLbl="node4" presStyleIdx="0" presStyleCnt="0"/>
      <dgm:spPr/>
    </dgm:pt>
    <dgm:pt modelId="{A8B88084-7465-4520-A5F9-EF36134F4C17}" type="pres">
      <dgm:prSet presAssocID="{2A3FA24F-CE1E-435C-AA9A-184B2DFE5ABE}" presName="hierChild4" presStyleCnt="0"/>
      <dgm:spPr/>
    </dgm:pt>
    <dgm:pt modelId="{F97FE0D6-8165-41A9-A987-99551A114BFF}" type="pres">
      <dgm:prSet presAssocID="{2A3FA24F-CE1E-435C-AA9A-184B2DFE5ABE}" presName="hierChild5" presStyleCnt="0"/>
      <dgm:spPr/>
    </dgm:pt>
    <dgm:pt modelId="{0C4A9F3B-EB39-4800-9998-A646600A6CDB}" type="pres">
      <dgm:prSet presAssocID="{53499405-35C5-45FF-9FA3-D762A2111F9F}" presName="hierChild5" presStyleCnt="0"/>
      <dgm:spPr/>
    </dgm:pt>
    <dgm:pt modelId="{1287B400-7D9E-4E4A-9242-4621F065384A}" type="pres">
      <dgm:prSet presAssocID="{784622E7-42C4-4B0D-AF12-B98518C00FEE}" presName="hierChild5" presStyleCnt="0"/>
      <dgm:spPr/>
    </dgm:pt>
    <dgm:pt modelId="{26EFC9F6-5D43-415D-98F7-D4AD5DA820B0}" type="pres">
      <dgm:prSet presAssocID="{6CB7E76D-15D9-48FC-ADC6-505A58037B7B}" presName="Name37" presStyleLbl="parChTrans1D3" presStyleIdx="1" presStyleCnt="2"/>
      <dgm:spPr/>
    </dgm:pt>
    <dgm:pt modelId="{E7CD9722-CB4B-41F7-8311-D9423811F004}" type="pres">
      <dgm:prSet presAssocID="{1C1C9C75-D310-4DBF-A9C9-8E5C1E641D10}" presName="hierRoot2" presStyleCnt="0">
        <dgm:presLayoutVars>
          <dgm:hierBranch val="init"/>
        </dgm:presLayoutVars>
      </dgm:prSet>
      <dgm:spPr/>
    </dgm:pt>
    <dgm:pt modelId="{8330DF68-B55D-4A40-B8CD-42BD898C11DD}" type="pres">
      <dgm:prSet presAssocID="{1C1C9C75-D310-4DBF-A9C9-8E5C1E641D10}" presName="rootComposite" presStyleCnt="0"/>
      <dgm:spPr/>
    </dgm:pt>
    <dgm:pt modelId="{D8298B93-0896-4701-AD3D-75C161A7CF82}" type="pres">
      <dgm:prSet presAssocID="{1C1C9C75-D310-4DBF-A9C9-8E5C1E641D10}" presName="rootText" presStyleLbl="node1" presStyleIdx="8" presStyleCnt="9">
        <dgm:presLayoutVars>
          <dgm:chMax/>
          <dgm:chPref val="3"/>
        </dgm:presLayoutVars>
      </dgm:prSet>
      <dgm:spPr/>
    </dgm:pt>
    <dgm:pt modelId="{2AE2E234-BAA5-444C-964E-5F2975110F88}" type="pres">
      <dgm:prSet presAssocID="{1C1C9C75-D310-4DBF-A9C9-8E5C1E641D10}" presName="titleText2" presStyleLbl="fgAcc1" presStyleIdx="8" presStyleCnt="9">
        <dgm:presLayoutVars>
          <dgm:chMax val="0"/>
          <dgm:chPref val="0"/>
        </dgm:presLayoutVars>
      </dgm:prSet>
      <dgm:spPr/>
    </dgm:pt>
    <dgm:pt modelId="{5881D1F2-06AF-4BF4-8F21-230E95CC1CDB}" type="pres">
      <dgm:prSet presAssocID="{1C1C9C75-D310-4DBF-A9C9-8E5C1E641D10}" presName="rootConnector" presStyleLbl="node3" presStyleIdx="0" presStyleCnt="0"/>
      <dgm:spPr/>
    </dgm:pt>
    <dgm:pt modelId="{7052A496-663C-48CE-B9E9-2E545B26150E}" type="pres">
      <dgm:prSet presAssocID="{1C1C9C75-D310-4DBF-A9C9-8E5C1E641D10}" presName="hierChild4" presStyleCnt="0"/>
      <dgm:spPr/>
    </dgm:pt>
    <dgm:pt modelId="{2012A8E5-406C-47E2-8548-25FA69C45974}" type="pres">
      <dgm:prSet presAssocID="{1C1C9C75-D310-4DBF-A9C9-8E5C1E641D10}" presName="hierChild5" presStyleCnt="0"/>
      <dgm:spPr/>
    </dgm:pt>
    <dgm:pt modelId="{DE7B1AA2-5E90-4B4C-B129-8C3356F1FCCB}" type="pres">
      <dgm:prSet presAssocID="{E4C74B47-2C5F-4B0B-9041-3D5F7A65C4D1}" presName="Name96" presStyleLbl="parChTrans1D4" presStyleIdx="7" presStyleCnt="8"/>
      <dgm:spPr/>
    </dgm:pt>
    <dgm:pt modelId="{FE32CE52-7F14-419D-87B2-18A206C2E7B7}" type="pres">
      <dgm:prSet presAssocID="{2D454146-F105-4670-8D11-013FE4ECC2DD}" presName="hierRoot3" presStyleCnt="0">
        <dgm:presLayoutVars>
          <dgm:hierBranch val="init"/>
        </dgm:presLayoutVars>
      </dgm:prSet>
      <dgm:spPr/>
    </dgm:pt>
    <dgm:pt modelId="{B5B92410-BF74-4916-BC32-5A55997EFF95}" type="pres">
      <dgm:prSet presAssocID="{2D454146-F105-4670-8D11-013FE4ECC2DD}" presName="rootComposite3" presStyleCnt="0"/>
      <dgm:spPr/>
    </dgm:pt>
    <dgm:pt modelId="{B7A98EFD-DDEC-42A5-81A2-6EF3775D304F}" type="pres">
      <dgm:prSet presAssocID="{2D454146-F105-4670-8D11-013FE4ECC2DD}" presName="rootText3" presStyleLbl="asst1" presStyleIdx="1" presStyleCnt="3">
        <dgm:presLayoutVars>
          <dgm:chPref val="3"/>
        </dgm:presLayoutVars>
      </dgm:prSet>
      <dgm:spPr>
        <a:prstGeom prst="ellipse">
          <a:avLst/>
        </a:prstGeom>
      </dgm:spPr>
    </dgm:pt>
    <dgm:pt modelId="{C863FC41-9CC0-47E3-B036-D5A407FDC6EA}" type="pres">
      <dgm:prSet presAssocID="{2D454146-F105-4670-8D11-013FE4ECC2DD}" presName="titleText3" presStyleLbl="fgAcc2" presStyleIdx="1" presStyleCnt="3">
        <dgm:presLayoutVars>
          <dgm:chMax val="0"/>
          <dgm:chPref val="0"/>
        </dgm:presLayoutVars>
      </dgm:prSet>
      <dgm:spPr/>
    </dgm:pt>
    <dgm:pt modelId="{99D55B3D-06BA-4E6C-93E6-4F32AF6AE204}" type="pres">
      <dgm:prSet presAssocID="{2D454146-F105-4670-8D11-013FE4ECC2DD}" presName="rootConnector3" presStyleLbl="asst3" presStyleIdx="0" presStyleCnt="0"/>
      <dgm:spPr/>
    </dgm:pt>
    <dgm:pt modelId="{3789073A-D5E5-40C2-BB68-0764F3A4DA0E}" type="pres">
      <dgm:prSet presAssocID="{2D454146-F105-4670-8D11-013FE4ECC2DD}" presName="hierChild6" presStyleCnt="0"/>
      <dgm:spPr/>
    </dgm:pt>
    <dgm:pt modelId="{FB129C5D-D68E-4D69-B5AA-381AC627D9F9}" type="pres">
      <dgm:prSet presAssocID="{2D454146-F105-4670-8D11-013FE4ECC2DD}" presName="hierChild7" presStyleCnt="0"/>
      <dgm:spPr/>
    </dgm:pt>
    <dgm:pt modelId="{941F5B53-0F62-4115-805F-0C210A5590ED}" type="pres">
      <dgm:prSet presAssocID="{8D054978-4821-4C29-9B83-6387016DC041}" presName="hierChild5" presStyleCnt="0"/>
      <dgm:spPr/>
    </dgm:pt>
    <dgm:pt modelId="{95B4B463-99DB-4834-A8E4-B723690DE975}" type="pres">
      <dgm:prSet presAssocID="{63FE281E-FE8C-4F97-94AE-1635F0F8B8C1}" presName="hierChild3" presStyleCnt="0"/>
      <dgm:spPr/>
    </dgm:pt>
    <dgm:pt modelId="{0F659051-B79A-4905-A376-CEFBE0A7FF8F}" type="pres">
      <dgm:prSet presAssocID="{D4A28184-54C0-44E2-BA9C-C56D44953FDD}" presName="Name96" presStyleLbl="parChTrans1D2" presStyleIdx="1" presStyleCnt="2"/>
      <dgm:spPr/>
    </dgm:pt>
    <dgm:pt modelId="{0DD3F998-68DD-466E-91B8-61837C934556}" type="pres">
      <dgm:prSet presAssocID="{F03B3875-DE8D-4E69-ABBA-CCE2AC7D2659}" presName="hierRoot3" presStyleCnt="0">
        <dgm:presLayoutVars>
          <dgm:hierBranch val="init"/>
        </dgm:presLayoutVars>
      </dgm:prSet>
      <dgm:spPr/>
    </dgm:pt>
    <dgm:pt modelId="{350669A7-0C22-42E2-A113-B54A781BDCBD}" type="pres">
      <dgm:prSet presAssocID="{F03B3875-DE8D-4E69-ABBA-CCE2AC7D2659}" presName="rootComposite3" presStyleCnt="0"/>
      <dgm:spPr/>
    </dgm:pt>
    <dgm:pt modelId="{DBAD45AE-F910-4A9A-80A8-58F6082E3C35}" type="pres">
      <dgm:prSet presAssocID="{F03B3875-DE8D-4E69-ABBA-CCE2AC7D2659}" presName="rootText3" presStyleLbl="asst1" presStyleIdx="2" presStyleCnt="3">
        <dgm:presLayoutVars>
          <dgm:chPref val="3"/>
        </dgm:presLayoutVars>
      </dgm:prSet>
      <dgm:spPr>
        <a:prstGeom prst="ellipse">
          <a:avLst/>
        </a:prstGeom>
      </dgm:spPr>
    </dgm:pt>
    <dgm:pt modelId="{72BC5DE3-31AA-4CD3-ACF3-14CD23B04E62}" type="pres">
      <dgm:prSet presAssocID="{F03B3875-DE8D-4E69-ABBA-CCE2AC7D2659}" presName="titleText3" presStyleLbl="fgAcc2" presStyleIdx="2" presStyleCnt="3">
        <dgm:presLayoutVars>
          <dgm:chMax val="0"/>
          <dgm:chPref val="0"/>
        </dgm:presLayoutVars>
      </dgm:prSet>
      <dgm:spPr/>
    </dgm:pt>
    <dgm:pt modelId="{7C8FF3E9-C429-40BA-8D34-E98C0A2690EC}" type="pres">
      <dgm:prSet presAssocID="{F03B3875-DE8D-4E69-ABBA-CCE2AC7D2659}" presName="rootConnector3" presStyleLbl="asst1" presStyleIdx="2" presStyleCnt="3"/>
      <dgm:spPr/>
    </dgm:pt>
    <dgm:pt modelId="{676125C2-5C7D-44CF-AC99-807F02A43EF7}" type="pres">
      <dgm:prSet presAssocID="{F03B3875-DE8D-4E69-ABBA-CCE2AC7D2659}" presName="hierChild6" presStyleCnt="0"/>
      <dgm:spPr/>
    </dgm:pt>
    <dgm:pt modelId="{2FE8FA5A-7F28-48FF-BFD4-A4E5EC76BC8E}" type="pres">
      <dgm:prSet presAssocID="{F03B3875-DE8D-4E69-ABBA-CCE2AC7D2659}" presName="hierChild7" presStyleCnt="0"/>
      <dgm:spPr/>
    </dgm:pt>
  </dgm:ptLst>
  <dgm:cxnLst>
    <dgm:cxn modelId="{8F356300-0706-4632-93EC-2F57AB2D650B}" type="presOf" srcId="{C716A6FC-9B5D-4E4B-B73E-E85608CD2B51}" destId="{B47BF3AF-A4DC-4C9F-A3A7-183509652192}" srcOrd="0" destOrd="0" presId="urn:microsoft.com/office/officeart/2008/layout/NameandTitleOrganizationalChart"/>
    <dgm:cxn modelId="{77A57504-2DDA-4072-AC97-DE9B189AA071}" srcId="{14E66B4B-39D4-450B-988E-3BB7D54044E1}" destId="{63FE281E-FE8C-4F97-94AE-1635F0F8B8C1}" srcOrd="0" destOrd="0" parTransId="{59CD5BDE-A86E-4BB3-B513-AB03ED55AA87}" sibTransId="{9CF5D308-348D-4B33-A74E-D8E14E74B487}"/>
    <dgm:cxn modelId="{E1AE6409-7B0C-4B0B-8629-E40609D32333}" type="presOf" srcId="{66D17851-6230-4684-9D25-F1F1ADA95066}" destId="{16D09216-4AD8-405C-B112-D298A99C5BA9}" srcOrd="1" destOrd="0" presId="urn:microsoft.com/office/officeart/2008/layout/NameandTitleOrganizationalChart"/>
    <dgm:cxn modelId="{E774120C-BA8D-48B9-B86D-0BB26B15A254}" type="presOf" srcId="{62DBE541-31E3-4B38-AB0D-0BED76D9D30B}" destId="{F2C1D632-F326-430D-9BC4-2A95FE0997FA}" srcOrd="0" destOrd="0" presId="urn:microsoft.com/office/officeart/2008/layout/NameandTitleOrganizationalChart"/>
    <dgm:cxn modelId="{8CB0EA17-0072-4C09-A804-44DEFA5DF4AD}" type="presOf" srcId="{F30C9C89-EE0F-4E90-A284-293EEFBEA59A}" destId="{B7D453B3-C181-4896-AFC2-793725BA6EE8}" srcOrd="0" destOrd="0" presId="urn:microsoft.com/office/officeart/2008/layout/NameandTitleOrganizationalChart"/>
    <dgm:cxn modelId="{3081071C-7170-4603-B95A-C190B8509448}" type="presOf" srcId="{1CC10E3B-09A1-4E6B-87C9-A9C66B6DBB9F}" destId="{6FC4D57D-8EA0-4305-A419-BCA5FAA07FB9}" srcOrd="1" destOrd="0" presId="urn:microsoft.com/office/officeart/2008/layout/NameandTitleOrganizationalChart"/>
    <dgm:cxn modelId="{B9AC331C-F637-44BC-8717-0FEE17EE6CB2}" type="presOf" srcId="{64303472-7AFA-4078-833B-F9A32228728B}" destId="{FB5E5AAB-449F-4FF1-86C9-F5BB768C40DF}" srcOrd="0" destOrd="0" presId="urn:microsoft.com/office/officeart/2008/layout/NameandTitleOrganizationalChart"/>
    <dgm:cxn modelId="{49632722-95A4-4E49-A73A-49B481D21767}" type="presOf" srcId="{DEF5A09C-651D-4564-8713-CF52C08D6399}" destId="{8F6FB9F7-A8A6-4347-849E-101A9E101216}" srcOrd="0" destOrd="0" presId="urn:microsoft.com/office/officeart/2008/layout/NameandTitleOrganizationalChart"/>
    <dgm:cxn modelId="{12141F2B-947C-44E9-9CF1-AE44C2DE0FFE}" srcId="{63FE281E-FE8C-4F97-94AE-1635F0F8B8C1}" destId="{F03B3875-DE8D-4E69-ABBA-CCE2AC7D2659}" srcOrd="1" destOrd="0" parTransId="{D4A28184-54C0-44E2-BA9C-C56D44953FDD}" sibTransId="{7EE40755-F10C-4DED-BABF-70328027077A}"/>
    <dgm:cxn modelId="{E4F4EC34-21E3-4231-9CCD-32D932CBBE77}" type="presOf" srcId="{66D17851-6230-4684-9D25-F1F1ADA95066}" destId="{1E72BA1F-54A6-4518-A47E-10F555E8B9F1}" srcOrd="0" destOrd="0" presId="urn:microsoft.com/office/officeart/2008/layout/NameandTitleOrganizationalChart"/>
    <dgm:cxn modelId="{39264C39-E915-489B-9C84-42C9F54F1C75}" type="presOf" srcId="{E4C74B47-2C5F-4B0B-9041-3D5F7A65C4D1}" destId="{DE7B1AA2-5E90-4B4C-B129-8C3356F1FCCB}" srcOrd="0" destOrd="0" presId="urn:microsoft.com/office/officeart/2008/layout/NameandTitleOrganizationalChart"/>
    <dgm:cxn modelId="{AFC64140-276C-4B90-A747-6B6B3213F48B}" type="presOf" srcId="{8D054978-4821-4C29-9B83-6387016DC041}" destId="{342CAB24-F743-4676-9982-A2C0490E6328}" srcOrd="0" destOrd="0" presId="urn:microsoft.com/office/officeart/2008/layout/NameandTitleOrganizationalChart"/>
    <dgm:cxn modelId="{69171E44-5E70-4A51-876D-DD10761CC108}" type="presOf" srcId="{CDB9FA47-7CA8-4831-B84C-4103CF9FD27D}" destId="{B4AD355E-73B4-406A-AA27-9E65544C1F3A}" srcOrd="0" destOrd="0" presId="urn:microsoft.com/office/officeart/2008/layout/NameandTitleOrganizationalChart"/>
    <dgm:cxn modelId="{1BEBEE44-B8A4-455A-92D1-C759CD320AB0}" type="presOf" srcId="{784622E7-42C4-4B0D-AF12-B98518C00FEE}" destId="{C84733E2-01F7-4BAC-8BE5-EC320FAB1E7C}" srcOrd="0" destOrd="0" presId="urn:microsoft.com/office/officeart/2008/layout/NameandTitleOrganizationalChart"/>
    <dgm:cxn modelId="{ADCBAE65-588B-4674-BFD2-34381F93C57D}" type="presOf" srcId="{2A3FA24F-CE1E-435C-AA9A-184B2DFE5ABE}" destId="{4BCBD1DE-91A7-41DC-9BE0-181209F842FA}" srcOrd="0" destOrd="0" presId="urn:microsoft.com/office/officeart/2008/layout/NameandTitleOrganizationalChart"/>
    <dgm:cxn modelId="{64CC8768-006D-4868-AA5C-7CC548925C7D}" type="presOf" srcId="{F8CE5D5D-BD19-459D-A35D-AF7CC9468551}" destId="{21DC5939-A2CB-4A7A-A06D-3D3234641035}" srcOrd="0" destOrd="0" presId="urn:microsoft.com/office/officeart/2008/layout/NameandTitleOrganizationalChart"/>
    <dgm:cxn modelId="{1C630A69-B0A2-4A75-AD81-6D6F6DBF138C}" srcId="{1CC10E3B-09A1-4E6B-87C9-A9C66B6DBB9F}" destId="{66D17851-6230-4684-9D25-F1F1ADA95066}" srcOrd="1" destOrd="0" parTransId="{F30C9C89-EE0F-4E90-A284-293EEFBEA59A}" sibTransId="{4CB4AB5F-6C93-49A8-B353-9E298731CE54}"/>
    <dgm:cxn modelId="{BC8CB24A-1E1D-4AF4-99E2-A398C6DC715E}" type="presOf" srcId="{F03B3875-DE8D-4E69-ABBA-CCE2AC7D2659}" destId="{DBAD45AE-F910-4A9A-80A8-58F6082E3C35}" srcOrd="0" destOrd="0" presId="urn:microsoft.com/office/officeart/2008/layout/NameandTitleOrganizationalChart"/>
    <dgm:cxn modelId="{CFD4A96D-8415-42B9-8603-6B08BD883E55}" type="presOf" srcId="{3AA1692D-FE32-46FF-8181-E65301E27077}" destId="{EB3154D7-3C26-4935-A28C-062A751E4D4A}" srcOrd="0" destOrd="0" presId="urn:microsoft.com/office/officeart/2008/layout/NameandTitleOrganizationalChart"/>
    <dgm:cxn modelId="{6C1F3A70-E518-46A2-BEBC-BFAA9A157619}" type="presOf" srcId="{53499405-35C5-45FF-9FA3-D762A2111F9F}" destId="{E5F10830-FDBF-496D-BCB5-ABA1723AD563}" srcOrd="1" destOrd="0" presId="urn:microsoft.com/office/officeart/2008/layout/NameandTitleOrganizationalChart"/>
    <dgm:cxn modelId="{92E3FD70-D66B-4063-BACF-560362D17D64}" type="presOf" srcId="{478C0E84-BBAF-486A-90F8-D7A7DE5E6E7F}" destId="{C863FC41-9CC0-47E3-B036-D5A407FDC6EA}" srcOrd="0" destOrd="0" presId="urn:microsoft.com/office/officeart/2008/layout/NameandTitleOrganizationalChart"/>
    <dgm:cxn modelId="{C1BE8771-B2CF-425C-AE54-158CE1662F6A}" type="presOf" srcId="{411C6806-FAA4-44E1-8C46-30ED2BA32E03}" destId="{40D1CE01-480F-4FCA-82A5-591DF4BCEF5F}" srcOrd="1" destOrd="0" presId="urn:microsoft.com/office/officeart/2008/layout/NameandTitleOrganizationalChart"/>
    <dgm:cxn modelId="{51761053-7770-49CB-8849-4D4775075E75}" srcId="{8D054978-4821-4C29-9B83-6387016DC041}" destId="{1C1C9C75-D310-4DBF-A9C9-8E5C1E641D10}" srcOrd="1" destOrd="0" parTransId="{6CB7E76D-15D9-48FC-ADC6-505A58037B7B}" sibTransId="{C83E7969-40BD-485D-A9B0-488A8B1A262B}"/>
    <dgm:cxn modelId="{23D04859-EDD8-410A-AFA1-C1D729C5CA3F}" srcId="{1CC10E3B-09A1-4E6B-87C9-A9C66B6DBB9F}" destId="{3AA1692D-FE32-46FF-8181-E65301E27077}" srcOrd="0" destOrd="0" parTransId="{62DBE541-31E3-4B38-AB0D-0BED76D9D30B}" sibTransId="{D9586AC3-AFA6-4DA1-BA24-A9A8263C8A78}"/>
    <dgm:cxn modelId="{D65B2C5A-F48C-487E-97B5-67E69846D824}" type="presOf" srcId="{7EE40755-F10C-4DED-BABF-70328027077A}" destId="{72BC5DE3-31AA-4CD3-ACF3-14CD23B04E62}" srcOrd="0" destOrd="0" presId="urn:microsoft.com/office/officeart/2008/layout/NameandTitleOrganizationalChart"/>
    <dgm:cxn modelId="{9A514B87-9FC0-4BC2-91B9-63E74FCBCB5C}" type="presOf" srcId="{3AC126A2-3617-4FD7-955D-448CC1DA2728}" destId="{95AE2914-8688-4A0E-8B2D-7BB12D917D6F}" srcOrd="0" destOrd="0" presId="urn:microsoft.com/office/officeart/2008/layout/NameandTitleOrganizationalChart"/>
    <dgm:cxn modelId="{B40A3C89-7FEB-488D-8B65-43CEA9FB22DC}" type="presOf" srcId="{1CC10E3B-09A1-4E6B-87C9-A9C66B6DBB9F}" destId="{1711939A-453B-41E3-863B-C20BE5B042BD}" srcOrd="0" destOrd="0" presId="urn:microsoft.com/office/officeart/2008/layout/NameandTitleOrganizationalChart"/>
    <dgm:cxn modelId="{2FEB5A89-CA07-443E-B9A8-7E899F08CD4E}" type="presOf" srcId="{81DAF880-A1F9-4DFA-95BE-665C6D02AF8E}" destId="{E4B322E1-3724-4FD2-B01C-7B40529CA6DB}" srcOrd="0" destOrd="0" presId="urn:microsoft.com/office/officeart/2008/layout/NameandTitleOrganizationalChart"/>
    <dgm:cxn modelId="{2FA7C18D-1250-44A2-9A84-EF859562D9BD}" type="presOf" srcId="{784622E7-42C4-4B0D-AF12-B98518C00FEE}" destId="{B69DE159-FD77-465B-AE19-309CA04382C0}" srcOrd="1" destOrd="0" presId="urn:microsoft.com/office/officeart/2008/layout/NameandTitleOrganizationalChart"/>
    <dgm:cxn modelId="{739C0490-F0C4-4976-806F-1FBE2ADFFF01}" type="presOf" srcId="{237ACC16-F628-4356-B62B-D6A357C0C8BA}" destId="{F52333CA-6608-4D78-A484-D07BF83FF061}" srcOrd="0" destOrd="0" presId="urn:microsoft.com/office/officeart/2008/layout/NameandTitleOrganizationalChart"/>
    <dgm:cxn modelId="{89898995-490D-4C59-970F-239BDCC3951C}" type="presOf" srcId="{1C1C9C75-D310-4DBF-A9C9-8E5C1E641D10}" destId="{5881D1F2-06AF-4BF4-8F21-230E95CC1CDB}" srcOrd="1" destOrd="0" presId="urn:microsoft.com/office/officeart/2008/layout/NameandTitleOrganizationalChart"/>
    <dgm:cxn modelId="{3831DB96-F740-46F7-9676-9E6BC6BFB3B7}" type="presOf" srcId="{438B1F09-5ED8-44FF-B9AD-A17F7D759D06}" destId="{2160A11C-C600-4835-9778-FC91848C6EEF}" srcOrd="0" destOrd="0" presId="urn:microsoft.com/office/officeart/2008/layout/NameandTitleOrganizationalChart"/>
    <dgm:cxn modelId="{13F62C9D-85D9-4B4C-BA17-FFB7FA3EC692}" type="presOf" srcId="{D9586AC3-AFA6-4DA1-BA24-A9A8263C8A78}" destId="{C2A244E6-CF4E-4B7D-81AF-06CF0C0DEDC4}" srcOrd="0" destOrd="0" presId="urn:microsoft.com/office/officeart/2008/layout/NameandTitleOrganizationalChart"/>
    <dgm:cxn modelId="{CC0F4CAB-E631-4B35-B1FB-48F0582E9DD7}" type="presOf" srcId="{63CBE9B3-EC89-4374-B160-8F43E3F8A011}" destId="{1B7891D9-B508-4E9D-95D7-E0A5822B9687}" srcOrd="0" destOrd="0" presId="urn:microsoft.com/office/officeart/2008/layout/NameandTitleOrganizationalChart"/>
    <dgm:cxn modelId="{D52A2DB3-A2A2-4756-852F-48CF7CE898A1}" type="presOf" srcId="{4D8D6ADC-4DD9-42DA-8551-22323BE1ABDD}" destId="{55BADA59-0DD9-4328-8696-A3B06884F973}" srcOrd="0" destOrd="0" presId="urn:microsoft.com/office/officeart/2008/layout/NameandTitleOrganizationalChart"/>
    <dgm:cxn modelId="{033467B4-4C22-460E-A040-17412CAA0A7A}" srcId="{784622E7-42C4-4B0D-AF12-B98518C00FEE}" destId="{53499405-35C5-45FF-9FA3-D762A2111F9F}" srcOrd="1" destOrd="0" parTransId="{CDB9FA47-7CA8-4831-B84C-4103CF9FD27D}" sibTransId="{023606EF-53EE-499D-9B61-08FCC558FB4D}"/>
    <dgm:cxn modelId="{E08E4CB8-1DEC-465E-AF13-D21DC399FE22}" type="presOf" srcId="{023606EF-53EE-499D-9B61-08FCC558FB4D}" destId="{54119D85-97C5-4BCE-861F-06FD77DC3F09}" srcOrd="0" destOrd="0" presId="urn:microsoft.com/office/officeart/2008/layout/NameandTitleOrganizationalChart"/>
    <dgm:cxn modelId="{33E5E3B8-691A-44F7-9D0A-4BADCFEDBA1D}" type="presOf" srcId="{67394F39-3781-4744-B4D5-A0F40F900032}" destId="{D6F0082F-92A8-4B64-A499-25C397A7DDE0}" srcOrd="0" destOrd="0" presId="urn:microsoft.com/office/officeart/2008/layout/NameandTitleOrganizationalChart"/>
    <dgm:cxn modelId="{E1ACB6BF-C7E8-421F-8A16-25BD13406462}" srcId="{63FE281E-FE8C-4F97-94AE-1635F0F8B8C1}" destId="{8D054978-4821-4C29-9B83-6387016DC041}" srcOrd="0" destOrd="0" parTransId="{3AC126A2-3617-4FD7-955D-448CC1DA2728}" sibTransId="{C716A6FC-9B5D-4E4B-B73E-E85608CD2B51}"/>
    <dgm:cxn modelId="{E2C704C3-D321-4987-8E49-FDA0C0A21FAD}" srcId="{53499405-35C5-45FF-9FA3-D762A2111F9F}" destId="{2A3FA24F-CE1E-435C-AA9A-184B2DFE5ABE}" srcOrd="0" destOrd="0" parTransId="{63CBE9B3-EC89-4374-B160-8F43E3F8A011}" sibTransId="{67394F39-3781-4744-B4D5-A0F40F900032}"/>
    <dgm:cxn modelId="{027CD0C4-7E3D-472C-9B73-CA4C27D13B40}" type="presOf" srcId="{2A3FA24F-CE1E-435C-AA9A-184B2DFE5ABE}" destId="{F67A7DBE-4DEB-4BDD-925F-0DEC329AFB2D}" srcOrd="1" destOrd="0" presId="urn:microsoft.com/office/officeart/2008/layout/NameandTitleOrganizationalChart"/>
    <dgm:cxn modelId="{B5A2D4C5-CA7F-4F1F-B5DE-A7F22719A063}" type="presOf" srcId="{F03B3875-DE8D-4E69-ABBA-CCE2AC7D2659}" destId="{7C8FF3E9-C429-40BA-8D34-E98C0A2690EC}" srcOrd="1" destOrd="0" presId="urn:microsoft.com/office/officeart/2008/layout/NameandTitleOrganizationalChart"/>
    <dgm:cxn modelId="{2230E3C8-643A-4F94-93C2-D28F585D20EB}" srcId="{8D054978-4821-4C29-9B83-6387016DC041}" destId="{784622E7-42C4-4B0D-AF12-B98518C00FEE}" srcOrd="0" destOrd="0" parTransId="{BE3C6CF9-F341-4EBF-AEBE-C81D8282FEC6}" sibTransId="{81DAF880-A1F9-4DFA-95BE-665C6D02AF8E}"/>
    <dgm:cxn modelId="{FA2E3BCE-C3AC-486A-B913-90E09680B3D6}" type="presOf" srcId="{2D454146-F105-4670-8D11-013FE4ECC2DD}" destId="{B7A98EFD-DDEC-42A5-81A2-6EF3775D304F}" srcOrd="0" destOrd="0" presId="urn:microsoft.com/office/officeart/2008/layout/NameandTitleOrganizationalChart"/>
    <dgm:cxn modelId="{81337BD2-18B3-4950-B574-E53291A353BB}" type="presOf" srcId="{C83E7969-40BD-485D-A9B0-488A8B1A262B}" destId="{2AE2E234-BAA5-444C-964E-5F2975110F88}" srcOrd="0" destOrd="0" presId="urn:microsoft.com/office/officeart/2008/layout/NameandTitleOrganizationalChart"/>
    <dgm:cxn modelId="{D6756DD5-E734-4968-BE3F-A52BB91E1B59}" type="presOf" srcId="{63FE281E-FE8C-4F97-94AE-1635F0F8B8C1}" destId="{33FD71D4-82E9-491B-BF71-0675059B7E9A}" srcOrd="0" destOrd="0" presId="urn:microsoft.com/office/officeart/2008/layout/NameandTitleOrganizationalChart"/>
    <dgm:cxn modelId="{AA919DD6-7BDB-4AB0-9D0F-836B97A3E70E}" type="presOf" srcId="{53499405-35C5-45FF-9FA3-D762A2111F9F}" destId="{212AE1D5-50B0-4F1C-8780-688C6B029D47}" srcOrd="0" destOrd="0" presId="urn:microsoft.com/office/officeart/2008/layout/NameandTitleOrganizationalChart"/>
    <dgm:cxn modelId="{DAD699DB-9634-4C3E-A857-F7F3026FC147}" type="presOf" srcId="{D230F85F-4073-47DC-855B-7A4C8175EF94}" destId="{534305E7-9330-4FC3-BBAA-1EB01168EECC}" srcOrd="0" destOrd="0" presId="urn:microsoft.com/office/officeart/2008/layout/NameandTitleOrganizationalChart"/>
    <dgm:cxn modelId="{ACB273DC-D328-4E55-B0A0-21187760FDC3}" srcId="{784622E7-42C4-4B0D-AF12-B98518C00FEE}" destId="{1CC10E3B-09A1-4E6B-87C9-A9C66B6DBB9F}" srcOrd="0" destOrd="0" parTransId="{64303472-7AFA-4078-833B-F9A32228728B}" sibTransId="{4D8D6ADC-4DD9-42DA-8551-22323BE1ABDD}"/>
    <dgm:cxn modelId="{5B3873DE-54E9-4D8A-A80F-6EAD33950572}" type="presOf" srcId="{14E66B4B-39D4-450B-988E-3BB7D54044E1}" destId="{AC31FCEF-50DB-43BF-A9C9-9755C0742D11}" srcOrd="0" destOrd="0" presId="urn:microsoft.com/office/officeart/2008/layout/NameandTitleOrganizationalChart"/>
    <dgm:cxn modelId="{76541FE0-A5D4-44FA-9241-E772BF308286}" type="presOf" srcId="{2D454146-F105-4670-8D11-013FE4ECC2DD}" destId="{99D55B3D-06BA-4E6C-93E6-4F32AF6AE204}" srcOrd="1" destOrd="0" presId="urn:microsoft.com/office/officeart/2008/layout/NameandTitleOrganizationalChart"/>
    <dgm:cxn modelId="{47BBA4E1-5B8B-424D-948C-352E32C3046A}" type="presOf" srcId="{63FE281E-FE8C-4F97-94AE-1635F0F8B8C1}" destId="{DD7561E8-4630-4F6B-88E6-FA95110603D7}" srcOrd="1" destOrd="0" presId="urn:microsoft.com/office/officeart/2008/layout/NameandTitleOrganizationalChart"/>
    <dgm:cxn modelId="{F6B4D3E6-8A59-4320-A9F3-AFF724273793}" type="presOf" srcId="{1C1C9C75-D310-4DBF-A9C9-8E5C1E641D10}" destId="{D8298B93-0896-4701-AD3D-75C161A7CF82}" srcOrd="0" destOrd="0" presId="urn:microsoft.com/office/officeart/2008/layout/NameandTitleOrganizationalChart"/>
    <dgm:cxn modelId="{BCCAEFEB-A075-48A6-8CA9-227478892ECB}" type="presOf" srcId="{3AA1692D-FE32-46FF-8181-E65301E27077}" destId="{DAC7ED98-99D8-4E3D-AA1A-C5DFCF23CFE8}" srcOrd="1" destOrd="0" presId="urn:microsoft.com/office/officeart/2008/layout/NameandTitleOrganizationalChart"/>
    <dgm:cxn modelId="{9B7929F1-58CF-4A66-BCEE-91A78468E748}" type="presOf" srcId="{8D054978-4821-4C29-9B83-6387016DC041}" destId="{67E6E90C-FC4D-4BEC-9DB7-E35F83B18F46}" srcOrd="1" destOrd="0" presId="urn:microsoft.com/office/officeart/2008/layout/NameandTitleOrganizationalChart"/>
    <dgm:cxn modelId="{9ABACBF1-CF02-49EB-862F-D760BDC17EA3}" type="presOf" srcId="{BE3C6CF9-F341-4EBF-AEBE-C81D8282FEC6}" destId="{A5808483-9826-4E43-ABBD-72620D75AF27}" srcOrd="0" destOrd="0" presId="urn:microsoft.com/office/officeart/2008/layout/NameandTitleOrganizationalChart"/>
    <dgm:cxn modelId="{F7FC1DF2-27A2-4ED2-ADE3-7ED4238E27D8}" srcId="{1C1C9C75-D310-4DBF-A9C9-8E5C1E641D10}" destId="{2D454146-F105-4670-8D11-013FE4ECC2DD}" srcOrd="0" destOrd="0" parTransId="{E4C74B47-2C5F-4B0B-9041-3D5F7A65C4D1}" sibTransId="{478C0E84-BBAF-486A-90F8-D7A7DE5E6E7F}"/>
    <dgm:cxn modelId="{85A5A3F4-2FC3-4DDF-A3E8-EF266413185D}" srcId="{3AA1692D-FE32-46FF-8181-E65301E27077}" destId="{D230F85F-4073-47DC-855B-7A4C8175EF94}" srcOrd="0" destOrd="0" parTransId="{DEF5A09C-651D-4564-8713-CF52C08D6399}" sibTransId="{F8CE5D5D-BD19-459D-A35D-AF7CC9468551}"/>
    <dgm:cxn modelId="{FDF12CF5-B4F2-44B5-BC6F-CFD69CDFABB7}" type="presOf" srcId="{4CB4AB5F-6C93-49A8-B353-9E298731CE54}" destId="{8529BB10-7E42-4E41-BDD6-A29793638C6C}" srcOrd="0" destOrd="0" presId="urn:microsoft.com/office/officeart/2008/layout/NameandTitleOrganizationalChart"/>
    <dgm:cxn modelId="{6BDB54F6-D77B-4B71-9131-2EBDB3FFEBBE}" type="presOf" srcId="{D230F85F-4073-47DC-855B-7A4C8175EF94}" destId="{8C20FDD7-1CBE-4CF9-A034-0A91DD852146}" srcOrd="1" destOrd="0" presId="urn:microsoft.com/office/officeart/2008/layout/NameandTitleOrganizationalChart"/>
    <dgm:cxn modelId="{3D2B7FF7-269D-440D-B203-705BD9FB613B}" type="presOf" srcId="{9CF5D308-348D-4B33-A74E-D8E14E74B487}" destId="{9E02011A-C7A3-495F-9A37-67EA9BFED7CF}" srcOrd="0" destOrd="0" presId="urn:microsoft.com/office/officeart/2008/layout/NameandTitleOrganizationalChart"/>
    <dgm:cxn modelId="{F3D78BF8-2B13-4517-AC62-ED542B3624C7}" type="presOf" srcId="{D4A28184-54C0-44E2-BA9C-C56D44953FDD}" destId="{0F659051-B79A-4905-A376-CEFBE0A7FF8F}" srcOrd="0" destOrd="0" presId="urn:microsoft.com/office/officeart/2008/layout/NameandTitleOrganizationalChart"/>
    <dgm:cxn modelId="{06A261F9-A0A0-4750-B426-06146EB2DD3E}" type="presOf" srcId="{6CB7E76D-15D9-48FC-ADC6-505A58037B7B}" destId="{26EFC9F6-5D43-415D-98F7-D4AD5DA820B0}" srcOrd="0" destOrd="0" presId="urn:microsoft.com/office/officeart/2008/layout/NameandTitleOrganizationalChart"/>
    <dgm:cxn modelId="{126BD6FD-1EA0-404F-B623-58817ACD359B}" type="presOf" srcId="{411C6806-FAA4-44E1-8C46-30ED2BA32E03}" destId="{C2455298-C897-4BB9-B6AB-AED1256C11A9}" srcOrd="0" destOrd="0" presId="urn:microsoft.com/office/officeart/2008/layout/NameandTitleOrganizationalChart"/>
    <dgm:cxn modelId="{971F08FE-5A75-47E6-A1F5-D66AC928B6B2}" srcId="{3AA1692D-FE32-46FF-8181-E65301E27077}" destId="{411C6806-FAA4-44E1-8C46-30ED2BA32E03}" srcOrd="1" destOrd="0" parTransId="{237ACC16-F628-4356-B62B-D6A357C0C8BA}" sibTransId="{438B1F09-5ED8-44FF-B9AD-A17F7D759D06}"/>
    <dgm:cxn modelId="{0D615E1C-CE71-4BCC-9E12-CFB597B33FFC}" type="presParOf" srcId="{AC31FCEF-50DB-43BF-A9C9-9755C0742D11}" destId="{2FA7415F-D347-4D7B-88B9-65AC7D08D416}" srcOrd="0" destOrd="0" presId="urn:microsoft.com/office/officeart/2008/layout/NameandTitleOrganizationalChart"/>
    <dgm:cxn modelId="{1204E8F9-9646-4442-8C98-D55BDEFC2E37}" type="presParOf" srcId="{2FA7415F-D347-4D7B-88B9-65AC7D08D416}" destId="{80EF7760-DDCB-4139-9FB2-7A0EA9150271}" srcOrd="0" destOrd="0" presId="urn:microsoft.com/office/officeart/2008/layout/NameandTitleOrganizationalChart"/>
    <dgm:cxn modelId="{7E2F69BF-753F-4EED-B5D6-66683ED7EA59}" type="presParOf" srcId="{80EF7760-DDCB-4139-9FB2-7A0EA9150271}" destId="{33FD71D4-82E9-491B-BF71-0675059B7E9A}" srcOrd="0" destOrd="0" presId="urn:microsoft.com/office/officeart/2008/layout/NameandTitleOrganizationalChart"/>
    <dgm:cxn modelId="{7A6BF6B7-5826-48F3-977F-CEDBBBE5DF8D}" type="presParOf" srcId="{80EF7760-DDCB-4139-9FB2-7A0EA9150271}" destId="{9E02011A-C7A3-495F-9A37-67EA9BFED7CF}" srcOrd="1" destOrd="0" presId="urn:microsoft.com/office/officeart/2008/layout/NameandTitleOrganizationalChart"/>
    <dgm:cxn modelId="{CD678107-EB51-4CE6-9C38-F6772B6DDA5E}" type="presParOf" srcId="{80EF7760-DDCB-4139-9FB2-7A0EA9150271}" destId="{DD7561E8-4630-4F6B-88E6-FA95110603D7}" srcOrd="2" destOrd="0" presId="urn:microsoft.com/office/officeart/2008/layout/NameandTitleOrganizationalChart"/>
    <dgm:cxn modelId="{1AEAC7E9-F33C-4101-AA55-03085E78BF76}" type="presParOf" srcId="{2FA7415F-D347-4D7B-88B9-65AC7D08D416}" destId="{C362912B-1A7C-4F65-84E0-704734859E63}" srcOrd="1" destOrd="0" presId="urn:microsoft.com/office/officeart/2008/layout/NameandTitleOrganizationalChart"/>
    <dgm:cxn modelId="{C07432BD-02B5-422C-B464-A9CAC56BEDB0}" type="presParOf" srcId="{C362912B-1A7C-4F65-84E0-704734859E63}" destId="{95AE2914-8688-4A0E-8B2D-7BB12D917D6F}" srcOrd="0" destOrd="0" presId="urn:microsoft.com/office/officeart/2008/layout/NameandTitleOrganizationalChart"/>
    <dgm:cxn modelId="{3E4F0843-DD6E-43A8-A552-BB3B2807A750}" type="presParOf" srcId="{C362912B-1A7C-4F65-84E0-704734859E63}" destId="{1CB16D39-0D8C-4C10-B145-4C729DDE4D90}" srcOrd="1" destOrd="0" presId="urn:microsoft.com/office/officeart/2008/layout/NameandTitleOrganizationalChart"/>
    <dgm:cxn modelId="{D5DB8A06-7BD7-491A-BDA7-53B7EBC5BAB6}" type="presParOf" srcId="{1CB16D39-0D8C-4C10-B145-4C729DDE4D90}" destId="{68BC22D0-55BD-482F-808D-9BDE9AF04C16}" srcOrd="0" destOrd="0" presId="urn:microsoft.com/office/officeart/2008/layout/NameandTitleOrganizationalChart"/>
    <dgm:cxn modelId="{DC8FA5EB-DE39-479E-A816-76C22B502858}" type="presParOf" srcId="{68BC22D0-55BD-482F-808D-9BDE9AF04C16}" destId="{342CAB24-F743-4676-9982-A2C0490E6328}" srcOrd="0" destOrd="0" presId="urn:microsoft.com/office/officeart/2008/layout/NameandTitleOrganizationalChart"/>
    <dgm:cxn modelId="{04E85BD1-D70F-4C55-B7C2-3613B44FFCC2}" type="presParOf" srcId="{68BC22D0-55BD-482F-808D-9BDE9AF04C16}" destId="{B47BF3AF-A4DC-4C9F-A3A7-183509652192}" srcOrd="1" destOrd="0" presId="urn:microsoft.com/office/officeart/2008/layout/NameandTitleOrganizationalChart"/>
    <dgm:cxn modelId="{3EDCEC9C-F7B0-4369-9FC0-CFD23BB6553F}" type="presParOf" srcId="{68BC22D0-55BD-482F-808D-9BDE9AF04C16}" destId="{67E6E90C-FC4D-4BEC-9DB7-E35F83B18F46}" srcOrd="2" destOrd="0" presId="urn:microsoft.com/office/officeart/2008/layout/NameandTitleOrganizationalChart"/>
    <dgm:cxn modelId="{AED3C3B4-967B-4E04-879B-DA965AD931E6}" type="presParOf" srcId="{1CB16D39-0D8C-4C10-B145-4C729DDE4D90}" destId="{25B42702-E68C-4EC4-9928-852BD9BC8147}" srcOrd="1" destOrd="0" presId="urn:microsoft.com/office/officeart/2008/layout/NameandTitleOrganizationalChart"/>
    <dgm:cxn modelId="{287A4C18-6DCD-4211-A1D4-ABF73B1FE699}" type="presParOf" srcId="{25B42702-E68C-4EC4-9928-852BD9BC8147}" destId="{A5808483-9826-4E43-ABBD-72620D75AF27}" srcOrd="0" destOrd="0" presId="urn:microsoft.com/office/officeart/2008/layout/NameandTitleOrganizationalChart"/>
    <dgm:cxn modelId="{4DAB01D9-550F-4521-8989-77CC6EC760A5}" type="presParOf" srcId="{25B42702-E68C-4EC4-9928-852BD9BC8147}" destId="{838E48F5-F447-421C-A882-342F9D2FD509}" srcOrd="1" destOrd="0" presId="urn:microsoft.com/office/officeart/2008/layout/NameandTitleOrganizationalChart"/>
    <dgm:cxn modelId="{41ED24E9-A0B9-4003-9B75-5A8F13AF127E}" type="presParOf" srcId="{838E48F5-F447-421C-A882-342F9D2FD509}" destId="{FE25CF57-1CEC-47B6-9658-D53064F95895}" srcOrd="0" destOrd="0" presId="urn:microsoft.com/office/officeart/2008/layout/NameandTitleOrganizationalChart"/>
    <dgm:cxn modelId="{155D76B6-468B-47E1-B185-A1C8E2DB79D6}" type="presParOf" srcId="{FE25CF57-1CEC-47B6-9658-D53064F95895}" destId="{C84733E2-01F7-4BAC-8BE5-EC320FAB1E7C}" srcOrd="0" destOrd="0" presId="urn:microsoft.com/office/officeart/2008/layout/NameandTitleOrganizationalChart"/>
    <dgm:cxn modelId="{96EA8B13-4C21-4B3A-836E-7BC85A2BC055}" type="presParOf" srcId="{FE25CF57-1CEC-47B6-9658-D53064F95895}" destId="{E4B322E1-3724-4FD2-B01C-7B40529CA6DB}" srcOrd="1" destOrd="0" presId="urn:microsoft.com/office/officeart/2008/layout/NameandTitleOrganizationalChart"/>
    <dgm:cxn modelId="{09B1A55C-24A7-454A-A61B-0A3A44283C5E}" type="presParOf" srcId="{FE25CF57-1CEC-47B6-9658-D53064F95895}" destId="{B69DE159-FD77-465B-AE19-309CA04382C0}" srcOrd="2" destOrd="0" presId="urn:microsoft.com/office/officeart/2008/layout/NameandTitleOrganizationalChart"/>
    <dgm:cxn modelId="{7B73C26F-7820-4652-AFD5-666E8B1121F4}" type="presParOf" srcId="{838E48F5-F447-421C-A882-342F9D2FD509}" destId="{B0F0EFB6-0763-4ED9-8A15-3DBB4D8086BE}" srcOrd="1" destOrd="0" presId="urn:microsoft.com/office/officeart/2008/layout/NameandTitleOrganizationalChart"/>
    <dgm:cxn modelId="{CFB79C7C-867D-4935-A9F8-37C01CE0F51C}" type="presParOf" srcId="{B0F0EFB6-0763-4ED9-8A15-3DBB4D8086BE}" destId="{FB5E5AAB-449F-4FF1-86C9-F5BB768C40DF}" srcOrd="0" destOrd="0" presId="urn:microsoft.com/office/officeart/2008/layout/NameandTitleOrganizationalChart"/>
    <dgm:cxn modelId="{50F20F54-30C8-42B0-8B48-8DDC56D4E92D}" type="presParOf" srcId="{B0F0EFB6-0763-4ED9-8A15-3DBB4D8086BE}" destId="{509E521C-75C7-4236-A526-558DE8706458}" srcOrd="1" destOrd="0" presId="urn:microsoft.com/office/officeart/2008/layout/NameandTitleOrganizationalChart"/>
    <dgm:cxn modelId="{98615BC1-E162-476C-997F-AF7FF783A3C1}" type="presParOf" srcId="{509E521C-75C7-4236-A526-558DE8706458}" destId="{2CF2C34B-E2DC-48A1-BA65-C5C4F6732EB2}" srcOrd="0" destOrd="0" presId="urn:microsoft.com/office/officeart/2008/layout/NameandTitleOrganizationalChart"/>
    <dgm:cxn modelId="{D6C95D70-A366-407E-AD17-D9556557EAC9}" type="presParOf" srcId="{2CF2C34B-E2DC-48A1-BA65-C5C4F6732EB2}" destId="{1711939A-453B-41E3-863B-C20BE5B042BD}" srcOrd="0" destOrd="0" presId="urn:microsoft.com/office/officeart/2008/layout/NameandTitleOrganizationalChart"/>
    <dgm:cxn modelId="{605C33C5-5924-4597-A98C-5787427BC61C}" type="presParOf" srcId="{2CF2C34B-E2DC-48A1-BA65-C5C4F6732EB2}" destId="{55BADA59-0DD9-4328-8696-A3B06884F973}" srcOrd="1" destOrd="0" presId="urn:microsoft.com/office/officeart/2008/layout/NameandTitleOrganizationalChart"/>
    <dgm:cxn modelId="{E5A2B021-0B3A-478C-958D-97F30D9BB6F6}" type="presParOf" srcId="{2CF2C34B-E2DC-48A1-BA65-C5C4F6732EB2}" destId="{6FC4D57D-8EA0-4305-A419-BCA5FAA07FB9}" srcOrd="2" destOrd="0" presId="urn:microsoft.com/office/officeart/2008/layout/NameandTitleOrganizationalChart"/>
    <dgm:cxn modelId="{AB04BBF0-5B15-4DE6-B921-9EC0A77B44B7}" type="presParOf" srcId="{509E521C-75C7-4236-A526-558DE8706458}" destId="{A7522FF8-C986-48E9-BC97-B0AC2A941A82}" srcOrd="1" destOrd="0" presId="urn:microsoft.com/office/officeart/2008/layout/NameandTitleOrganizationalChart"/>
    <dgm:cxn modelId="{4F469C59-EA9E-4C00-8A10-57B45D0E9DF6}" type="presParOf" srcId="{A7522FF8-C986-48E9-BC97-B0AC2A941A82}" destId="{F2C1D632-F326-430D-9BC4-2A95FE0997FA}" srcOrd="0" destOrd="0" presId="urn:microsoft.com/office/officeart/2008/layout/NameandTitleOrganizationalChart"/>
    <dgm:cxn modelId="{49EFAC46-1A75-4017-AFFE-83779EFA4F45}" type="presParOf" srcId="{A7522FF8-C986-48E9-BC97-B0AC2A941A82}" destId="{2502EAB9-ADD7-4366-9F8A-D332C633D981}" srcOrd="1" destOrd="0" presId="urn:microsoft.com/office/officeart/2008/layout/NameandTitleOrganizationalChart"/>
    <dgm:cxn modelId="{AD8AD421-4F06-44FF-8AA5-30A68108BE08}" type="presParOf" srcId="{2502EAB9-ADD7-4366-9F8A-D332C633D981}" destId="{8A55EB0D-7835-4C8D-8DD5-FD2FF05277D1}" srcOrd="0" destOrd="0" presId="urn:microsoft.com/office/officeart/2008/layout/NameandTitleOrganizationalChart"/>
    <dgm:cxn modelId="{467CFF93-C203-4466-BC71-147BBF54792F}" type="presParOf" srcId="{8A55EB0D-7835-4C8D-8DD5-FD2FF05277D1}" destId="{EB3154D7-3C26-4935-A28C-062A751E4D4A}" srcOrd="0" destOrd="0" presId="urn:microsoft.com/office/officeart/2008/layout/NameandTitleOrganizationalChart"/>
    <dgm:cxn modelId="{957F9531-DA46-418B-A8A1-D140787BEE15}" type="presParOf" srcId="{8A55EB0D-7835-4C8D-8DD5-FD2FF05277D1}" destId="{C2A244E6-CF4E-4B7D-81AF-06CF0C0DEDC4}" srcOrd="1" destOrd="0" presId="urn:microsoft.com/office/officeart/2008/layout/NameandTitleOrganizationalChart"/>
    <dgm:cxn modelId="{4F1A47BF-D48C-4E61-8812-438A4956EDE5}" type="presParOf" srcId="{8A55EB0D-7835-4C8D-8DD5-FD2FF05277D1}" destId="{DAC7ED98-99D8-4E3D-AA1A-C5DFCF23CFE8}" srcOrd="2" destOrd="0" presId="urn:microsoft.com/office/officeart/2008/layout/NameandTitleOrganizationalChart"/>
    <dgm:cxn modelId="{C8246A02-1222-457E-811B-ADBF00F66D36}" type="presParOf" srcId="{2502EAB9-ADD7-4366-9F8A-D332C633D981}" destId="{702E054D-2124-40E7-921E-978915B798E6}" srcOrd="1" destOrd="0" presId="urn:microsoft.com/office/officeart/2008/layout/NameandTitleOrganizationalChart"/>
    <dgm:cxn modelId="{6DDFF920-8609-421F-9C92-76A6ECC54BA7}" type="presParOf" srcId="{702E054D-2124-40E7-921E-978915B798E6}" destId="{8F6FB9F7-A8A6-4347-849E-101A9E101216}" srcOrd="0" destOrd="0" presId="urn:microsoft.com/office/officeart/2008/layout/NameandTitleOrganizationalChart"/>
    <dgm:cxn modelId="{0DCF7D1F-A121-4157-A4D7-A6D7E0D108F6}" type="presParOf" srcId="{702E054D-2124-40E7-921E-978915B798E6}" destId="{E4ED8984-0FA1-4F21-AACF-C4B9C507E8FA}" srcOrd="1" destOrd="0" presId="urn:microsoft.com/office/officeart/2008/layout/NameandTitleOrganizationalChart"/>
    <dgm:cxn modelId="{8A539438-1819-4504-9612-DB99C2AD191A}" type="presParOf" srcId="{E4ED8984-0FA1-4F21-AACF-C4B9C507E8FA}" destId="{AE9CDA93-03BE-4BD0-BA7B-2A9B29BBEB29}" srcOrd="0" destOrd="0" presId="urn:microsoft.com/office/officeart/2008/layout/NameandTitleOrganizationalChart"/>
    <dgm:cxn modelId="{E6225872-C33E-44C4-B60B-2B45F93B09AE}" type="presParOf" srcId="{AE9CDA93-03BE-4BD0-BA7B-2A9B29BBEB29}" destId="{534305E7-9330-4FC3-BBAA-1EB01168EECC}" srcOrd="0" destOrd="0" presId="urn:microsoft.com/office/officeart/2008/layout/NameandTitleOrganizationalChart"/>
    <dgm:cxn modelId="{4E2669C7-CDA5-4425-9F07-6B255A51321E}" type="presParOf" srcId="{AE9CDA93-03BE-4BD0-BA7B-2A9B29BBEB29}" destId="{21DC5939-A2CB-4A7A-A06D-3D3234641035}" srcOrd="1" destOrd="0" presId="urn:microsoft.com/office/officeart/2008/layout/NameandTitleOrganizationalChart"/>
    <dgm:cxn modelId="{622A1036-2E1E-4A4F-B744-7A289663E5C0}" type="presParOf" srcId="{AE9CDA93-03BE-4BD0-BA7B-2A9B29BBEB29}" destId="{8C20FDD7-1CBE-4CF9-A034-0A91DD852146}" srcOrd="2" destOrd="0" presId="urn:microsoft.com/office/officeart/2008/layout/NameandTitleOrganizationalChart"/>
    <dgm:cxn modelId="{FCB331CE-6717-493E-A9CA-0C67235FD290}" type="presParOf" srcId="{E4ED8984-0FA1-4F21-AACF-C4B9C507E8FA}" destId="{EECBC450-A890-494C-9B84-2BBA7B42D1C9}" srcOrd="1" destOrd="0" presId="urn:microsoft.com/office/officeart/2008/layout/NameandTitleOrganizationalChart"/>
    <dgm:cxn modelId="{B3524806-8A2D-4561-94FA-FE8BBB51EB46}" type="presParOf" srcId="{E4ED8984-0FA1-4F21-AACF-C4B9C507E8FA}" destId="{99DE43F4-C689-40F6-B49F-207CAF349AD5}" srcOrd="2" destOrd="0" presId="urn:microsoft.com/office/officeart/2008/layout/NameandTitleOrganizationalChart"/>
    <dgm:cxn modelId="{3187E640-FE17-43CD-9B04-31498FE98D44}" type="presParOf" srcId="{702E054D-2124-40E7-921E-978915B798E6}" destId="{F52333CA-6608-4D78-A484-D07BF83FF061}" srcOrd="2" destOrd="0" presId="urn:microsoft.com/office/officeart/2008/layout/NameandTitleOrganizationalChart"/>
    <dgm:cxn modelId="{1F9CFC0C-E8D1-46E8-95F1-B2E32CAD5598}" type="presParOf" srcId="{702E054D-2124-40E7-921E-978915B798E6}" destId="{65E853E2-7A08-468A-84EB-E5D3EF357632}" srcOrd="3" destOrd="0" presId="urn:microsoft.com/office/officeart/2008/layout/NameandTitleOrganizationalChart"/>
    <dgm:cxn modelId="{46D8155E-163C-4ACF-9A9B-482011F71531}" type="presParOf" srcId="{65E853E2-7A08-468A-84EB-E5D3EF357632}" destId="{D0A43110-C3FD-457F-B803-573AC4259F65}" srcOrd="0" destOrd="0" presId="urn:microsoft.com/office/officeart/2008/layout/NameandTitleOrganizationalChart"/>
    <dgm:cxn modelId="{A64A48D2-DB49-4855-B7D2-F99598879C27}" type="presParOf" srcId="{D0A43110-C3FD-457F-B803-573AC4259F65}" destId="{C2455298-C897-4BB9-B6AB-AED1256C11A9}" srcOrd="0" destOrd="0" presId="urn:microsoft.com/office/officeart/2008/layout/NameandTitleOrganizationalChart"/>
    <dgm:cxn modelId="{00D9DED7-D40E-44B1-A9B8-9DC5BA0FC17A}" type="presParOf" srcId="{D0A43110-C3FD-457F-B803-573AC4259F65}" destId="{2160A11C-C600-4835-9778-FC91848C6EEF}" srcOrd="1" destOrd="0" presId="urn:microsoft.com/office/officeart/2008/layout/NameandTitleOrganizationalChart"/>
    <dgm:cxn modelId="{48BFCF77-796E-439F-A8FC-06C948636148}" type="presParOf" srcId="{D0A43110-C3FD-457F-B803-573AC4259F65}" destId="{40D1CE01-480F-4FCA-82A5-591DF4BCEF5F}" srcOrd="2" destOrd="0" presId="urn:microsoft.com/office/officeart/2008/layout/NameandTitleOrganizationalChart"/>
    <dgm:cxn modelId="{5E88C4D2-FB2C-430C-9173-40171F0302CA}" type="presParOf" srcId="{65E853E2-7A08-468A-84EB-E5D3EF357632}" destId="{75C91E83-58F6-4D07-9773-A178131385AD}" srcOrd="1" destOrd="0" presId="urn:microsoft.com/office/officeart/2008/layout/NameandTitleOrganizationalChart"/>
    <dgm:cxn modelId="{A6970B54-CADA-499B-8F79-185E4423823E}" type="presParOf" srcId="{65E853E2-7A08-468A-84EB-E5D3EF357632}" destId="{3A842232-45C7-4FA7-8553-1BEA3DB3DE28}" srcOrd="2" destOrd="0" presId="urn:microsoft.com/office/officeart/2008/layout/NameandTitleOrganizationalChart"/>
    <dgm:cxn modelId="{27021A9C-2791-4D4D-9AFA-470DE8CBF9EF}" type="presParOf" srcId="{2502EAB9-ADD7-4366-9F8A-D332C633D981}" destId="{725A9C84-9175-4EEC-A566-15B9A1F10D9A}" srcOrd="2" destOrd="0" presId="urn:microsoft.com/office/officeart/2008/layout/NameandTitleOrganizationalChart"/>
    <dgm:cxn modelId="{BB797273-C864-4D64-B941-30311E3DF4A7}" type="presParOf" srcId="{509E521C-75C7-4236-A526-558DE8706458}" destId="{4670B04C-41AF-410E-BD69-A0D52A4EFFA4}" srcOrd="2" destOrd="0" presId="urn:microsoft.com/office/officeart/2008/layout/NameandTitleOrganizationalChart"/>
    <dgm:cxn modelId="{CCC1FFBF-12F8-4B59-876F-3E9C253C3CB6}" type="presParOf" srcId="{4670B04C-41AF-410E-BD69-A0D52A4EFFA4}" destId="{B7D453B3-C181-4896-AFC2-793725BA6EE8}" srcOrd="0" destOrd="0" presId="urn:microsoft.com/office/officeart/2008/layout/NameandTitleOrganizationalChart"/>
    <dgm:cxn modelId="{57E4F6CB-65EC-4DCD-9519-D5D981DC36F6}" type="presParOf" srcId="{4670B04C-41AF-410E-BD69-A0D52A4EFFA4}" destId="{0EAE7352-039E-40BC-A411-54E956AC9B1D}" srcOrd="1" destOrd="0" presId="urn:microsoft.com/office/officeart/2008/layout/NameandTitleOrganizationalChart"/>
    <dgm:cxn modelId="{64806CB5-6E04-4998-B8C0-E0EB01B3679D}" type="presParOf" srcId="{0EAE7352-039E-40BC-A411-54E956AC9B1D}" destId="{8920585D-E42B-48F9-B6A4-B200EA28C44F}" srcOrd="0" destOrd="0" presId="urn:microsoft.com/office/officeart/2008/layout/NameandTitleOrganizationalChart"/>
    <dgm:cxn modelId="{CF75B11C-1C2F-464F-858B-8723B4D1E806}" type="presParOf" srcId="{8920585D-E42B-48F9-B6A4-B200EA28C44F}" destId="{1E72BA1F-54A6-4518-A47E-10F555E8B9F1}" srcOrd="0" destOrd="0" presId="urn:microsoft.com/office/officeart/2008/layout/NameandTitleOrganizationalChart"/>
    <dgm:cxn modelId="{0C4A9909-42FA-442D-96A3-8E1E0085F3A8}" type="presParOf" srcId="{8920585D-E42B-48F9-B6A4-B200EA28C44F}" destId="{8529BB10-7E42-4E41-BDD6-A29793638C6C}" srcOrd="1" destOrd="0" presId="urn:microsoft.com/office/officeart/2008/layout/NameandTitleOrganizationalChart"/>
    <dgm:cxn modelId="{4F1E5A6D-E5C2-4B77-A534-0A5F829DF021}" type="presParOf" srcId="{8920585D-E42B-48F9-B6A4-B200EA28C44F}" destId="{16D09216-4AD8-405C-B112-D298A99C5BA9}" srcOrd="2" destOrd="0" presId="urn:microsoft.com/office/officeart/2008/layout/NameandTitleOrganizationalChart"/>
    <dgm:cxn modelId="{A01E2EF0-D1B2-4B2D-841B-2B04A8B943C7}" type="presParOf" srcId="{0EAE7352-039E-40BC-A411-54E956AC9B1D}" destId="{C3DEFB6A-9B48-4B6A-A39F-9E4242242BFD}" srcOrd="1" destOrd="0" presId="urn:microsoft.com/office/officeart/2008/layout/NameandTitleOrganizationalChart"/>
    <dgm:cxn modelId="{D90AC816-066E-4BCB-9DEF-8924FD4A228E}" type="presParOf" srcId="{0EAE7352-039E-40BC-A411-54E956AC9B1D}" destId="{8D241DE0-8226-4D29-B698-3DAE007082C5}" srcOrd="2" destOrd="0" presId="urn:microsoft.com/office/officeart/2008/layout/NameandTitleOrganizationalChart"/>
    <dgm:cxn modelId="{DD720BD3-A15B-42EA-98F8-56043629A063}" type="presParOf" srcId="{B0F0EFB6-0763-4ED9-8A15-3DBB4D8086BE}" destId="{B4AD355E-73B4-406A-AA27-9E65544C1F3A}" srcOrd="2" destOrd="0" presId="urn:microsoft.com/office/officeart/2008/layout/NameandTitleOrganizationalChart"/>
    <dgm:cxn modelId="{8A90277E-5205-45D1-AF21-DC9DA9E51F10}" type="presParOf" srcId="{B0F0EFB6-0763-4ED9-8A15-3DBB4D8086BE}" destId="{A9A89DBD-6A52-487B-8A3C-191ACA9D3C74}" srcOrd="3" destOrd="0" presId="urn:microsoft.com/office/officeart/2008/layout/NameandTitleOrganizationalChart"/>
    <dgm:cxn modelId="{9ABAE7A1-4251-49C9-B279-A6902CE4582E}" type="presParOf" srcId="{A9A89DBD-6A52-487B-8A3C-191ACA9D3C74}" destId="{08BFCEFF-0F8C-4E28-818B-B07C27046AD6}" srcOrd="0" destOrd="0" presId="urn:microsoft.com/office/officeart/2008/layout/NameandTitleOrganizationalChart"/>
    <dgm:cxn modelId="{BF909C64-5A76-42FE-8FB9-A22220913BEA}" type="presParOf" srcId="{08BFCEFF-0F8C-4E28-818B-B07C27046AD6}" destId="{212AE1D5-50B0-4F1C-8780-688C6B029D47}" srcOrd="0" destOrd="0" presId="urn:microsoft.com/office/officeart/2008/layout/NameandTitleOrganizationalChart"/>
    <dgm:cxn modelId="{5C011489-0D0B-4A78-880F-CD17988AD201}" type="presParOf" srcId="{08BFCEFF-0F8C-4E28-818B-B07C27046AD6}" destId="{54119D85-97C5-4BCE-861F-06FD77DC3F09}" srcOrd="1" destOrd="0" presId="urn:microsoft.com/office/officeart/2008/layout/NameandTitleOrganizationalChart"/>
    <dgm:cxn modelId="{49365878-14E2-428F-BECB-EC8DB482BF06}" type="presParOf" srcId="{08BFCEFF-0F8C-4E28-818B-B07C27046AD6}" destId="{E5F10830-FDBF-496D-BCB5-ABA1723AD563}" srcOrd="2" destOrd="0" presId="urn:microsoft.com/office/officeart/2008/layout/NameandTitleOrganizationalChart"/>
    <dgm:cxn modelId="{797973EA-5AA1-41F6-9A67-E6A0E7E4DF43}" type="presParOf" srcId="{A9A89DBD-6A52-487B-8A3C-191ACA9D3C74}" destId="{21B241C1-E708-4E5C-A188-C22447BF9192}" srcOrd="1" destOrd="0" presId="urn:microsoft.com/office/officeart/2008/layout/NameandTitleOrganizationalChart"/>
    <dgm:cxn modelId="{E336E6C7-1674-4641-A0C1-431146DF71F8}" type="presParOf" srcId="{21B241C1-E708-4E5C-A188-C22447BF9192}" destId="{1B7891D9-B508-4E9D-95D7-E0A5822B9687}" srcOrd="0" destOrd="0" presId="urn:microsoft.com/office/officeart/2008/layout/NameandTitleOrganizationalChart"/>
    <dgm:cxn modelId="{D08AEADF-E348-4F27-99AB-FE668E5A7D99}" type="presParOf" srcId="{21B241C1-E708-4E5C-A188-C22447BF9192}" destId="{A2445E75-EFBA-4149-80FB-DD04796EC5EB}" srcOrd="1" destOrd="0" presId="urn:microsoft.com/office/officeart/2008/layout/NameandTitleOrganizationalChart"/>
    <dgm:cxn modelId="{A75A8369-3A0C-4729-BF6E-5359CEBB36D4}" type="presParOf" srcId="{A2445E75-EFBA-4149-80FB-DD04796EC5EB}" destId="{4DE872EF-D247-49F9-8AAF-4B26EB256CC6}" srcOrd="0" destOrd="0" presId="urn:microsoft.com/office/officeart/2008/layout/NameandTitleOrganizationalChart"/>
    <dgm:cxn modelId="{42FA6E69-5AB5-4BD5-B806-BC4503B3DB7A}" type="presParOf" srcId="{4DE872EF-D247-49F9-8AAF-4B26EB256CC6}" destId="{4BCBD1DE-91A7-41DC-9BE0-181209F842FA}" srcOrd="0" destOrd="0" presId="urn:microsoft.com/office/officeart/2008/layout/NameandTitleOrganizationalChart"/>
    <dgm:cxn modelId="{456EB273-4126-4BF8-942F-1A24EC7A42E5}" type="presParOf" srcId="{4DE872EF-D247-49F9-8AAF-4B26EB256CC6}" destId="{D6F0082F-92A8-4B64-A499-25C397A7DDE0}" srcOrd="1" destOrd="0" presId="urn:microsoft.com/office/officeart/2008/layout/NameandTitleOrganizationalChart"/>
    <dgm:cxn modelId="{032ABFD6-9847-4A7F-85BF-14232DB63068}" type="presParOf" srcId="{4DE872EF-D247-49F9-8AAF-4B26EB256CC6}" destId="{F67A7DBE-4DEB-4BDD-925F-0DEC329AFB2D}" srcOrd="2" destOrd="0" presId="urn:microsoft.com/office/officeart/2008/layout/NameandTitleOrganizationalChart"/>
    <dgm:cxn modelId="{A2CA2F54-FA70-4D0A-BD62-B20F98A229CF}" type="presParOf" srcId="{A2445E75-EFBA-4149-80FB-DD04796EC5EB}" destId="{A8B88084-7465-4520-A5F9-EF36134F4C17}" srcOrd="1" destOrd="0" presId="urn:microsoft.com/office/officeart/2008/layout/NameandTitleOrganizationalChart"/>
    <dgm:cxn modelId="{9EFEB81E-184F-441E-9E28-6E7BF5E7175D}" type="presParOf" srcId="{A2445E75-EFBA-4149-80FB-DD04796EC5EB}" destId="{F97FE0D6-8165-41A9-A987-99551A114BFF}" srcOrd="2" destOrd="0" presId="urn:microsoft.com/office/officeart/2008/layout/NameandTitleOrganizationalChart"/>
    <dgm:cxn modelId="{F39DD490-E639-40AA-95B0-1AE34CC1D840}" type="presParOf" srcId="{A9A89DBD-6A52-487B-8A3C-191ACA9D3C74}" destId="{0C4A9F3B-EB39-4800-9998-A646600A6CDB}" srcOrd="2" destOrd="0" presId="urn:microsoft.com/office/officeart/2008/layout/NameandTitleOrganizationalChart"/>
    <dgm:cxn modelId="{6A7FAFE7-320B-4642-A7A8-5A09845B8E49}" type="presParOf" srcId="{838E48F5-F447-421C-A882-342F9D2FD509}" destId="{1287B400-7D9E-4E4A-9242-4621F065384A}" srcOrd="2" destOrd="0" presId="urn:microsoft.com/office/officeart/2008/layout/NameandTitleOrganizationalChart"/>
    <dgm:cxn modelId="{3F76E2E7-8B71-4E38-B44F-87C499A8D253}" type="presParOf" srcId="{25B42702-E68C-4EC4-9928-852BD9BC8147}" destId="{26EFC9F6-5D43-415D-98F7-D4AD5DA820B0}" srcOrd="2" destOrd="0" presId="urn:microsoft.com/office/officeart/2008/layout/NameandTitleOrganizationalChart"/>
    <dgm:cxn modelId="{3ECFDA8F-FBD2-429C-9AA6-EC26938CEAEF}" type="presParOf" srcId="{25B42702-E68C-4EC4-9928-852BD9BC8147}" destId="{E7CD9722-CB4B-41F7-8311-D9423811F004}" srcOrd="3" destOrd="0" presId="urn:microsoft.com/office/officeart/2008/layout/NameandTitleOrganizationalChart"/>
    <dgm:cxn modelId="{0403EDFD-F469-480C-8253-2AB0FFDAFDD1}" type="presParOf" srcId="{E7CD9722-CB4B-41F7-8311-D9423811F004}" destId="{8330DF68-B55D-4A40-B8CD-42BD898C11DD}" srcOrd="0" destOrd="0" presId="urn:microsoft.com/office/officeart/2008/layout/NameandTitleOrganizationalChart"/>
    <dgm:cxn modelId="{7D277EB5-5DB5-42DB-A30C-DDE4D9580019}" type="presParOf" srcId="{8330DF68-B55D-4A40-B8CD-42BD898C11DD}" destId="{D8298B93-0896-4701-AD3D-75C161A7CF82}" srcOrd="0" destOrd="0" presId="urn:microsoft.com/office/officeart/2008/layout/NameandTitleOrganizationalChart"/>
    <dgm:cxn modelId="{2AEFE85A-CCB0-4340-86A5-E71D815A962A}" type="presParOf" srcId="{8330DF68-B55D-4A40-B8CD-42BD898C11DD}" destId="{2AE2E234-BAA5-444C-964E-5F2975110F88}" srcOrd="1" destOrd="0" presId="urn:microsoft.com/office/officeart/2008/layout/NameandTitleOrganizationalChart"/>
    <dgm:cxn modelId="{E48D5402-DB2A-43F1-A55E-E43082E5B19F}" type="presParOf" srcId="{8330DF68-B55D-4A40-B8CD-42BD898C11DD}" destId="{5881D1F2-06AF-4BF4-8F21-230E95CC1CDB}" srcOrd="2" destOrd="0" presId="urn:microsoft.com/office/officeart/2008/layout/NameandTitleOrganizationalChart"/>
    <dgm:cxn modelId="{3888150C-7D46-42B8-9DE1-9A40DC1DB83D}" type="presParOf" srcId="{E7CD9722-CB4B-41F7-8311-D9423811F004}" destId="{7052A496-663C-48CE-B9E9-2E545B26150E}" srcOrd="1" destOrd="0" presId="urn:microsoft.com/office/officeart/2008/layout/NameandTitleOrganizationalChart"/>
    <dgm:cxn modelId="{F228E78E-ADF1-40B2-BE13-8E4566D8B45A}" type="presParOf" srcId="{E7CD9722-CB4B-41F7-8311-D9423811F004}" destId="{2012A8E5-406C-47E2-8548-25FA69C45974}" srcOrd="2" destOrd="0" presId="urn:microsoft.com/office/officeart/2008/layout/NameandTitleOrganizationalChart"/>
    <dgm:cxn modelId="{DF846867-4E85-44EB-874E-CC673DA6CA45}" type="presParOf" srcId="{2012A8E5-406C-47E2-8548-25FA69C45974}" destId="{DE7B1AA2-5E90-4B4C-B129-8C3356F1FCCB}" srcOrd="0" destOrd="0" presId="urn:microsoft.com/office/officeart/2008/layout/NameandTitleOrganizationalChart"/>
    <dgm:cxn modelId="{636BB75F-245D-4FCA-94A9-2E1C2DAB7FFD}" type="presParOf" srcId="{2012A8E5-406C-47E2-8548-25FA69C45974}" destId="{FE32CE52-7F14-419D-87B2-18A206C2E7B7}" srcOrd="1" destOrd="0" presId="urn:microsoft.com/office/officeart/2008/layout/NameandTitleOrganizationalChart"/>
    <dgm:cxn modelId="{967E447A-BDF3-436E-88F3-C1C4BD9EDDBB}" type="presParOf" srcId="{FE32CE52-7F14-419D-87B2-18A206C2E7B7}" destId="{B5B92410-BF74-4916-BC32-5A55997EFF95}" srcOrd="0" destOrd="0" presId="urn:microsoft.com/office/officeart/2008/layout/NameandTitleOrganizationalChart"/>
    <dgm:cxn modelId="{9257D317-857F-4333-B1AF-0A09207B5512}" type="presParOf" srcId="{B5B92410-BF74-4916-BC32-5A55997EFF95}" destId="{B7A98EFD-DDEC-42A5-81A2-6EF3775D304F}" srcOrd="0" destOrd="0" presId="urn:microsoft.com/office/officeart/2008/layout/NameandTitleOrganizationalChart"/>
    <dgm:cxn modelId="{FA76A0A5-EAAE-4311-8D77-79B954BB0FA2}" type="presParOf" srcId="{B5B92410-BF74-4916-BC32-5A55997EFF95}" destId="{C863FC41-9CC0-47E3-B036-D5A407FDC6EA}" srcOrd="1" destOrd="0" presId="urn:microsoft.com/office/officeart/2008/layout/NameandTitleOrganizationalChart"/>
    <dgm:cxn modelId="{37CE97A3-2C97-4D25-9271-537D3952216A}" type="presParOf" srcId="{B5B92410-BF74-4916-BC32-5A55997EFF95}" destId="{99D55B3D-06BA-4E6C-93E6-4F32AF6AE204}" srcOrd="2" destOrd="0" presId="urn:microsoft.com/office/officeart/2008/layout/NameandTitleOrganizationalChart"/>
    <dgm:cxn modelId="{BE348AF5-6597-4FAD-8D71-5C6086581369}" type="presParOf" srcId="{FE32CE52-7F14-419D-87B2-18A206C2E7B7}" destId="{3789073A-D5E5-40C2-BB68-0764F3A4DA0E}" srcOrd="1" destOrd="0" presId="urn:microsoft.com/office/officeart/2008/layout/NameandTitleOrganizationalChart"/>
    <dgm:cxn modelId="{F1FB8E47-2E0A-4463-83F9-63EFF1219205}" type="presParOf" srcId="{FE32CE52-7F14-419D-87B2-18A206C2E7B7}" destId="{FB129C5D-D68E-4D69-B5AA-381AC627D9F9}" srcOrd="2" destOrd="0" presId="urn:microsoft.com/office/officeart/2008/layout/NameandTitleOrganizationalChart"/>
    <dgm:cxn modelId="{DA5BD40D-A62D-408B-A47F-A450EBEDDA34}" type="presParOf" srcId="{1CB16D39-0D8C-4C10-B145-4C729DDE4D90}" destId="{941F5B53-0F62-4115-805F-0C210A5590ED}" srcOrd="2" destOrd="0" presId="urn:microsoft.com/office/officeart/2008/layout/NameandTitleOrganizationalChart"/>
    <dgm:cxn modelId="{D6E65B10-9E08-438E-B228-9E01210A05C9}" type="presParOf" srcId="{2FA7415F-D347-4D7B-88B9-65AC7D08D416}" destId="{95B4B463-99DB-4834-A8E4-B723690DE975}" srcOrd="2" destOrd="0" presId="urn:microsoft.com/office/officeart/2008/layout/NameandTitleOrganizationalChart"/>
    <dgm:cxn modelId="{B8689271-15F1-43BF-BCF9-640BBB571445}" type="presParOf" srcId="{95B4B463-99DB-4834-A8E4-B723690DE975}" destId="{0F659051-B79A-4905-A376-CEFBE0A7FF8F}" srcOrd="0" destOrd="0" presId="urn:microsoft.com/office/officeart/2008/layout/NameandTitleOrganizationalChart"/>
    <dgm:cxn modelId="{7533F8CE-15E2-4BC5-9D54-0E95E1AB72F5}" type="presParOf" srcId="{95B4B463-99DB-4834-A8E4-B723690DE975}" destId="{0DD3F998-68DD-466E-91B8-61837C934556}" srcOrd="1" destOrd="0" presId="urn:microsoft.com/office/officeart/2008/layout/NameandTitleOrganizationalChart"/>
    <dgm:cxn modelId="{64FDA1CA-389E-44ED-B614-76021E754C64}" type="presParOf" srcId="{0DD3F998-68DD-466E-91B8-61837C934556}" destId="{350669A7-0C22-42E2-A113-B54A781BDCBD}" srcOrd="0" destOrd="0" presId="urn:microsoft.com/office/officeart/2008/layout/NameandTitleOrganizationalChart"/>
    <dgm:cxn modelId="{BC99C9D8-0574-4835-B5A9-85F5CB0E49D7}" type="presParOf" srcId="{350669A7-0C22-42E2-A113-B54A781BDCBD}" destId="{DBAD45AE-F910-4A9A-80A8-58F6082E3C35}" srcOrd="0" destOrd="0" presId="urn:microsoft.com/office/officeart/2008/layout/NameandTitleOrganizationalChart"/>
    <dgm:cxn modelId="{F7E2F031-E1E7-48DE-B8EE-79071A3B3305}" type="presParOf" srcId="{350669A7-0C22-42E2-A113-B54A781BDCBD}" destId="{72BC5DE3-31AA-4CD3-ACF3-14CD23B04E62}" srcOrd="1" destOrd="0" presId="urn:microsoft.com/office/officeart/2008/layout/NameandTitleOrganizationalChart"/>
    <dgm:cxn modelId="{165797D4-C47C-4B7F-B49F-ABA312F7BA42}" type="presParOf" srcId="{350669A7-0C22-42E2-A113-B54A781BDCBD}" destId="{7C8FF3E9-C429-40BA-8D34-E98C0A2690EC}" srcOrd="2" destOrd="0" presId="urn:microsoft.com/office/officeart/2008/layout/NameandTitleOrganizationalChart"/>
    <dgm:cxn modelId="{142E908D-B9A8-4F38-BD45-9710B79D0A6F}" type="presParOf" srcId="{0DD3F998-68DD-466E-91B8-61837C934556}" destId="{676125C2-5C7D-44CF-AC99-807F02A43EF7}" srcOrd="1" destOrd="0" presId="urn:microsoft.com/office/officeart/2008/layout/NameandTitleOrganizationalChart"/>
    <dgm:cxn modelId="{0E51A586-0F2D-45B9-8C7C-C69302777024}" type="presParOf" srcId="{0DD3F998-68DD-466E-91B8-61837C934556}" destId="{2FE8FA5A-7F28-48FF-BFD4-A4E5EC76BC8E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659051-B79A-4905-A376-CEFBE0A7FF8F}">
      <dsp:nvSpPr>
        <dsp:cNvPr id="0" name=""/>
        <dsp:cNvSpPr/>
      </dsp:nvSpPr>
      <dsp:spPr>
        <a:xfrm>
          <a:off x="4774485" y="583673"/>
          <a:ext cx="192553" cy="629062"/>
        </a:xfrm>
        <a:custGeom>
          <a:avLst/>
          <a:gdLst/>
          <a:ahLst/>
          <a:cxnLst/>
          <a:rect l="0" t="0" r="0" b="0"/>
          <a:pathLst>
            <a:path>
              <a:moveTo>
                <a:pt x="192553" y="0"/>
              </a:moveTo>
              <a:lnTo>
                <a:pt x="192553" y="629062"/>
              </a:lnTo>
              <a:lnTo>
                <a:pt x="0" y="629062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7B1AA2-5E90-4B4C-B129-8C3356F1FCCB}">
      <dsp:nvSpPr>
        <dsp:cNvPr id="0" name=""/>
        <dsp:cNvSpPr/>
      </dsp:nvSpPr>
      <dsp:spPr>
        <a:xfrm>
          <a:off x="6286894" y="3624735"/>
          <a:ext cx="192553" cy="629062"/>
        </a:xfrm>
        <a:custGeom>
          <a:avLst/>
          <a:gdLst/>
          <a:ahLst/>
          <a:cxnLst/>
          <a:rect l="0" t="0" r="0" b="0"/>
          <a:pathLst>
            <a:path>
              <a:moveTo>
                <a:pt x="192553" y="0"/>
              </a:moveTo>
              <a:lnTo>
                <a:pt x="192553" y="629062"/>
              </a:lnTo>
              <a:lnTo>
                <a:pt x="0" y="62906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EFC9F6-5D43-415D-98F7-D4AD5DA820B0}">
      <dsp:nvSpPr>
        <dsp:cNvPr id="0" name=""/>
        <dsp:cNvSpPr/>
      </dsp:nvSpPr>
      <dsp:spPr>
        <a:xfrm>
          <a:off x="4964142" y="2768691"/>
          <a:ext cx="1515306" cy="2723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188"/>
              </a:lnTo>
              <a:lnTo>
                <a:pt x="1515306" y="136188"/>
              </a:lnTo>
              <a:lnTo>
                <a:pt x="1515306" y="27237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7891D9-B508-4E9D-95D7-E0A5822B9687}">
      <dsp:nvSpPr>
        <dsp:cNvPr id="0" name=""/>
        <dsp:cNvSpPr/>
      </dsp:nvSpPr>
      <dsp:spPr>
        <a:xfrm>
          <a:off x="4165114" y="4545632"/>
          <a:ext cx="91440" cy="3372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722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AD355E-73B4-406A-AA27-9E65544C1F3A}">
      <dsp:nvSpPr>
        <dsp:cNvPr id="0" name=""/>
        <dsp:cNvSpPr/>
      </dsp:nvSpPr>
      <dsp:spPr>
        <a:xfrm>
          <a:off x="3454630" y="3624735"/>
          <a:ext cx="756204" cy="3372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040"/>
              </a:lnTo>
              <a:lnTo>
                <a:pt x="756204" y="201040"/>
              </a:lnTo>
              <a:lnTo>
                <a:pt x="756204" y="33722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D453B3-C181-4896-AFC2-793725BA6EE8}">
      <dsp:nvSpPr>
        <dsp:cNvPr id="0" name=""/>
        <dsp:cNvSpPr/>
      </dsp:nvSpPr>
      <dsp:spPr>
        <a:xfrm>
          <a:off x="2505871" y="4545632"/>
          <a:ext cx="192553" cy="629062"/>
        </a:xfrm>
        <a:custGeom>
          <a:avLst/>
          <a:gdLst/>
          <a:ahLst/>
          <a:cxnLst/>
          <a:rect l="0" t="0" r="0" b="0"/>
          <a:pathLst>
            <a:path>
              <a:moveTo>
                <a:pt x="192553" y="0"/>
              </a:moveTo>
              <a:lnTo>
                <a:pt x="192553" y="629062"/>
              </a:lnTo>
              <a:lnTo>
                <a:pt x="0" y="629062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2333CA-6608-4D78-A484-D07BF83FF061}">
      <dsp:nvSpPr>
        <dsp:cNvPr id="0" name=""/>
        <dsp:cNvSpPr/>
      </dsp:nvSpPr>
      <dsp:spPr>
        <a:xfrm>
          <a:off x="2695528" y="6673905"/>
          <a:ext cx="759101" cy="2723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188"/>
              </a:lnTo>
              <a:lnTo>
                <a:pt x="759101" y="136188"/>
              </a:lnTo>
              <a:lnTo>
                <a:pt x="759101" y="272377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6FB9F7-A8A6-4347-849E-101A9E101216}">
      <dsp:nvSpPr>
        <dsp:cNvPr id="0" name=""/>
        <dsp:cNvSpPr/>
      </dsp:nvSpPr>
      <dsp:spPr>
        <a:xfrm>
          <a:off x="1942220" y="6673905"/>
          <a:ext cx="753307" cy="272377"/>
        </a:xfrm>
        <a:custGeom>
          <a:avLst/>
          <a:gdLst/>
          <a:ahLst/>
          <a:cxnLst/>
          <a:rect l="0" t="0" r="0" b="0"/>
          <a:pathLst>
            <a:path>
              <a:moveTo>
                <a:pt x="753307" y="0"/>
              </a:moveTo>
              <a:lnTo>
                <a:pt x="753307" y="136188"/>
              </a:lnTo>
              <a:lnTo>
                <a:pt x="0" y="136188"/>
              </a:lnTo>
              <a:lnTo>
                <a:pt x="0" y="272377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C1D632-F326-430D-9BC4-2A95FE0997FA}">
      <dsp:nvSpPr>
        <dsp:cNvPr id="0" name=""/>
        <dsp:cNvSpPr/>
      </dsp:nvSpPr>
      <dsp:spPr>
        <a:xfrm>
          <a:off x="2649808" y="4545632"/>
          <a:ext cx="91440" cy="1258125"/>
        </a:xfrm>
        <a:custGeom>
          <a:avLst/>
          <a:gdLst/>
          <a:ahLst/>
          <a:cxnLst/>
          <a:rect l="0" t="0" r="0" b="0"/>
          <a:pathLst>
            <a:path>
              <a:moveTo>
                <a:pt x="48617" y="0"/>
              </a:moveTo>
              <a:lnTo>
                <a:pt x="48617" y="1121937"/>
              </a:lnTo>
              <a:lnTo>
                <a:pt x="45720" y="1121937"/>
              </a:lnTo>
              <a:lnTo>
                <a:pt x="45720" y="1258125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5E5AAB-449F-4FF1-86C9-F5BB768C40DF}">
      <dsp:nvSpPr>
        <dsp:cNvPr id="0" name=""/>
        <dsp:cNvSpPr/>
      </dsp:nvSpPr>
      <dsp:spPr>
        <a:xfrm>
          <a:off x="2698425" y="3624735"/>
          <a:ext cx="756204" cy="337229"/>
        </a:xfrm>
        <a:custGeom>
          <a:avLst/>
          <a:gdLst/>
          <a:ahLst/>
          <a:cxnLst/>
          <a:rect l="0" t="0" r="0" b="0"/>
          <a:pathLst>
            <a:path>
              <a:moveTo>
                <a:pt x="756204" y="0"/>
              </a:moveTo>
              <a:lnTo>
                <a:pt x="756204" y="201040"/>
              </a:lnTo>
              <a:lnTo>
                <a:pt x="0" y="201040"/>
              </a:lnTo>
              <a:lnTo>
                <a:pt x="0" y="337229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808483-9826-4E43-ABBD-72620D75AF27}">
      <dsp:nvSpPr>
        <dsp:cNvPr id="0" name=""/>
        <dsp:cNvSpPr/>
      </dsp:nvSpPr>
      <dsp:spPr>
        <a:xfrm>
          <a:off x="3454630" y="2768691"/>
          <a:ext cx="1509512" cy="272377"/>
        </a:xfrm>
        <a:custGeom>
          <a:avLst/>
          <a:gdLst/>
          <a:ahLst/>
          <a:cxnLst/>
          <a:rect l="0" t="0" r="0" b="0"/>
          <a:pathLst>
            <a:path>
              <a:moveTo>
                <a:pt x="1509512" y="0"/>
              </a:moveTo>
              <a:lnTo>
                <a:pt x="1509512" y="136188"/>
              </a:lnTo>
              <a:lnTo>
                <a:pt x="0" y="136188"/>
              </a:lnTo>
              <a:lnTo>
                <a:pt x="0" y="27237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AE2914-8688-4A0E-8B2D-7BB12D917D6F}">
      <dsp:nvSpPr>
        <dsp:cNvPr id="0" name=""/>
        <dsp:cNvSpPr/>
      </dsp:nvSpPr>
      <dsp:spPr>
        <a:xfrm>
          <a:off x="4918422" y="583673"/>
          <a:ext cx="91440" cy="1258125"/>
        </a:xfrm>
        <a:custGeom>
          <a:avLst/>
          <a:gdLst/>
          <a:ahLst/>
          <a:cxnLst/>
          <a:rect l="0" t="0" r="0" b="0"/>
          <a:pathLst>
            <a:path>
              <a:moveTo>
                <a:pt x="48617" y="0"/>
              </a:moveTo>
              <a:lnTo>
                <a:pt x="48617" y="1121937"/>
              </a:lnTo>
              <a:lnTo>
                <a:pt x="45720" y="1121937"/>
              </a:lnTo>
              <a:lnTo>
                <a:pt x="45720" y="1258125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FD71D4-82E9-491B-BF71-0675059B7E9A}">
      <dsp:nvSpPr>
        <dsp:cNvPr id="0" name=""/>
        <dsp:cNvSpPr/>
      </dsp:nvSpPr>
      <dsp:spPr>
        <a:xfrm>
          <a:off x="4403388" y="6"/>
          <a:ext cx="1127301" cy="58366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23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Input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4403388" y="6"/>
        <a:ext cx="1127301" cy="583666"/>
      </dsp:txXfrm>
    </dsp:sp>
    <dsp:sp modelId="{9E02011A-C7A3-495F-9A37-67EA9BFED7CF}">
      <dsp:nvSpPr>
        <dsp:cNvPr id="0" name=""/>
        <dsp:cNvSpPr/>
      </dsp:nvSpPr>
      <dsp:spPr>
        <a:xfrm>
          <a:off x="4628849" y="453969"/>
          <a:ext cx="1014571" cy="1945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PS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4628849" y="453969"/>
        <a:ext cx="1014571" cy="194555"/>
      </dsp:txXfrm>
    </dsp:sp>
    <dsp:sp modelId="{342CAB24-F743-4676-9982-A2C0490E6328}">
      <dsp:nvSpPr>
        <dsp:cNvPr id="0" name=""/>
        <dsp:cNvSpPr/>
      </dsp:nvSpPr>
      <dsp:spPr>
        <a:xfrm>
          <a:off x="4221166" y="1841799"/>
          <a:ext cx="1485952" cy="926891"/>
        </a:xfrm>
        <a:prstGeom prst="diamond">
          <a:avLst/>
        </a:prstGeom>
        <a:solidFill>
          <a:srgbClr val="C0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23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Validation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4592654" y="2073522"/>
        <a:ext cx="742976" cy="463445"/>
      </dsp:txXfrm>
    </dsp:sp>
    <dsp:sp modelId="{B47BF3AF-A4DC-4C9F-A3A7-183509652192}">
      <dsp:nvSpPr>
        <dsp:cNvPr id="0" name=""/>
        <dsp:cNvSpPr/>
      </dsp:nvSpPr>
      <dsp:spPr>
        <a:xfrm>
          <a:off x="4685214" y="2467374"/>
          <a:ext cx="1014571" cy="1945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COBOL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4685214" y="2467374"/>
        <a:ext cx="1014571" cy="194555"/>
      </dsp:txXfrm>
    </dsp:sp>
    <dsp:sp modelId="{C84733E2-01F7-4BAC-8BE5-EC320FAB1E7C}">
      <dsp:nvSpPr>
        <dsp:cNvPr id="0" name=""/>
        <dsp:cNvSpPr/>
      </dsp:nvSpPr>
      <dsp:spPr>
        <a:xfrm>
          <a:off x="2890979" y="3041069"/>
          <a:ext cx="1127301" cy="583666"/>
        </a:xfrm>
        <a:prstGeom prst="snip2DiagRect">
          <a:avLst/>
        </a:prstGeom>
        <a:solidFill>
          <a:schemeClr val="tx2">
            <a:lumMod val="50000"/>
            <a:lumOff val="5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23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Premium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2939619" y="3089709"/>
        <a:ext cx="1030021" cy="486386"/>
      </dsp:txXfrm>
    </dsp:sp>
    <dsp:sp modelId="{E4B322E1-3724-4FD2-B01C-7B40529CA6DB}">
      <dsp:nvSpPr>
        <dsp:cNvPr id="0" name=""/>
        <dsp:cNvSpPr/>
      </dsp:nvSpPr>
      <dsp:spPr>
        <a:xfrm>
          <a:off x="3116439" y="3495032"/>
          <a:ext cx="1014571" cy="1945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805452"/>
              <a:satOff val="-2312"/>
              <a:lumOff val="-37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Table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3116439" y="3495032"/>
        <a:ext cx="1014571" cy="194555"/>
      </dsp:txXfrm>
    </dsp:sp>
    <dsp:sp modelId="{1711939A-453B-41E3-863B-C20BE5B042BD}">
      <dsp:nvSpPr>
        <dsp:cNvPr id="0" name=""/>
        <dsp:cNvSpPr/>
      </dsp:nvSpPr>
      <dsp:spPr>
        <a:xfrm>
          <a:off x="2134774" y="3961965"/>
          <a:ext cx="1127301" cy="583666"/>
        </a:xfrm>
        <a:prstGeom prst="rect">
          <a:avLst/>
        </a:prstGeom>
        <a:solidFill>
          <a:schemeClr val="accent5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23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Premium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2134774" y="3961965"/>
        <a:ext cx="1127301" cy="583666"/>
      </dsp:txXfrm>
    </dsp:sp>
    <dsp:sp modelId="{55BADA59-0DD9-4328-8696-A3B06884F973}">
      <dsp:nvSpPr>
        <dsp:cNvPr id="0" name=""/>
        <dsp:cNvSpPr/>
      </dsp:nvSpPr>
      <dsp:spPr>
        <a:xfrm>
          <a:off x="2360235" y="4415928"/>
          <a:ext cx="1014571" cy="1945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PS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2360235" y="4415928"/>
        <a:ext cx="1014571" cy="194555"/>
      </dsp:txXfrm>
    </dsp:sp>
    <dsp:sp modelId="{EB3154D7-3C26-4935-A28C-062A751E4D4A}">
      <dsp:nvSpPr>
        <dsp:cNvPr id="0" name=""/>
        <dsp:cNvSpPr/>
      </dsp:nvSpPr>
      <dsp:spPr>
        <a:xfrm>
          <a:off x="1992058" y="5803758"/>
          <a:ext cx="1406939" cy="870147"/>
        </a:xfrm>
        <a:prstGeom prst="diamond">
          <a:avLst/>
        </a:prstGeom>
        <a:solidFill>
          <a:srgbClr val="C0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23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Sort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2343793" y="6021295"/>
        <a:ext cx="703469" cy="435073"/>
      </dsp:txXfrm>
    </dsp:sp>
    <dsp:sp modelId="{C2A244E6-CF4E-4B7D-81AF-06CF0C0DEDC4}">
      <dsp:nvSpPr>
        <dsp:cNvPr id="0" name=""/>
        <dsp:cNvSpPr/>
      </dsp:nvSpPr>
      <dsp:spPr>
        <a:xfrm>
          <a:off x="2416600" y="6400961"/>
          <a:ext cx="1014571" cy="1945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416355"/>
              <a:satOff val="-6935"/>
              <a:lumOff val="-1110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JCL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2416600" y="6400961"/>
        <a:ext cx="1014571" cy="194555"/>
      </dsp:txXfrm>
    </dsp:sp>
    <dsp:sp modelId="{534305E7-9330-4FC3-BBAA-1EB01168EECC}">
      <dsp:nvSpPr>
        <dsp:cNvPr id="0" name=""/>
        <dsp:cNvSpPr/>
      </dsp:nvSpPr>
      <dsp:spPr>
        <a:xfrm>
          <a:off x="1378570" y="6946283"/>
          <a:ext cx="1127301" cy="583666"/>
        </a:xfrm>
        <a:prstGeom prst="rect">
          <a:avLst/>
        </a:prstGeom>
        <a:solidFill>
          <a:schemeClr val="tx2">
            <a:lumMod val="75000"/>
            <a:lumOff val="2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23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Sort 1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1378570" y="6946283"/>
        <a:ext cx="1127301" cy="583666"/>
      </dsp:txXfrm>
    </dsp:sp>
    <dsp:sp modelId="{21DC5939-A2CB-4A7A-A06D-3D3234641035}">
      <dsp:nvSpPr>
        <dsp:cNvPr id="0" name=""/>
        <dsp:cNvSpPr/>
      </dsp:nvSpPr>
      <dsp:spPr>
        <a:xfrm>
          <a:off x="1604030" y="7400246"/>
          <a:ext cx="1014571" cy="1945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PS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1604030" y="7400246"/>
        <a:ext cx="1014571" cy="194555"/>
      </dsp:txXfrm>
    </dsp:sp>
    <dsp:sp modelId="{C2455298-C897-4BB9-B6AB-AED1256C11A9}">
      <dsp:nvSpPr>
        <dsp:cNvPr id="0" name=""/>
        <dsp:cNvSpPr/>
      </dsp:nvSpPr>
      <dsp:spPr>
        <a:xfrm>
          <a:off x="2890979" y="6946283"/>
          <a:ext cx="1127301" cy="583666"/>
        </a:xfrm>
        <a:prstGeom prst="rect">
          <a:avLst/>
        </a:prstGeom>
        <a:gradFill rotWithShape="0">
          <a:gsLst>
            <a:gs pos="0">
              <a:schemeClr val="accent2">
                <a:hueOff val="4027259"/>
                <a:satOff val="-11558"/>
                <a:lumOff val="-185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027259"/>
                <a:satOff val="-11558"/>
                <a:lumOff val="-185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027259"/>
                <a:satOff val="-11558"/>
                <a:lumOff val="-185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23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Sort 2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2890979" y="6946283"/>
        <a:ext cx="1127301" cy="583666"/>
      </dsp:txXfrm>
    </dsp:sp>
    <dsp:sp modelId="{2160A11C-C600-4835-9778-FC91848C6EEF}">
      <dsp:nvSpPr>
        <dsp:cNvPr id="0" name=""/>
        <dsp:cNvSpPr/>
      </dsp:nvSpPr>
      <dsp:spPr>
        <a:xfrm>
          <a:off x="3116439" y="7400246"/>
          <a:ext cx="1014571" cy="1945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027259"/>
              <a:satOff val="-11558"/>
              <a:lumOff val="-1850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PS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3116439" y="7400246"/>
        <a:ext cx="1014571" cy="194555"/>
      </dsp:txXfrm>
    </dsp:sp>
    <dsp:sp modelId="{1E72BA1F-54A6-4518-A47E-10F555E8B9F1}">
      <dsp:nvSpPr>
        <dsp:cNvPr id="0" name=""/>
        <dsp:cNvSpPr/>
      </dsp:nvSpPr>
      <dsp:spPr>
        <a:xfrm>
          <a:off x="1378570" y="4882861"/>
          <a:ext cx="1127301" cy="583666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23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Backup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1543659" y="4968337"/>
        <a:ext cx="797123" cy="412714"/>
      </dsp:txXfrm>
    </dsp:sp>
    <dsp:sp modelId="{8529BB10-7E42-4E41-BDD6-A29793638C6C}">
      <dsp:nvSpPr>
        <dsp:cNvPr id="0" name=""/>
        <dsp:cNvSpPr/>
      </dsp:nvSpPr>
      <dsp:spPr>
        <a:xfrm>
          <a:off x="1604030" y="5336824"/>
          <a:ext cx="1014571" cy="1945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Gill Sans MT" panose="020B0502020104020203" pitchFamily="34" charset="0"/>
            </a:rPr>
            <a:t>GDG - Limit 7</a:t>
          </a:r>
          <a:endParaRPr lang="en-US" sz="1200" kern="1200" dirty="0">
            <a:latin typeface="Gill Sans MT" panose="020B0502020104020203" pitchFamily="34" charset="0"/>
          </a:endParaRPr>
        </a:p>
      </dsp:txBody>
      <dsp:txXfrm>
        <a:off x="1604030" y="5336824"/>
        <a:ext cx="1014571" cy="194555"/>
      </dsp:txXfrm>
    </dsp:sp>
    <dsp:sp modelId="{212AE1D5-50B0-4F1C-8780-688C6B029D47}">
      <dsp:nvSpPr>
        <dsp:cNvPr id="0" name=""/>
        <dsp:cNvSpPr/>
      </dsp:nvSpPr>
      <dsp:spPr>
        <a:xfrm>
          <a:off x="3647184" y="3961965"/>
          <a:ext cx="1127301" cy="583666"/>
        </a:xfrm>
        <a:prstGeom prst="rect">
          <a:avLst/>
        </a:prstGeom>
        <a:solidFill>
          <a:schemeClr val="accent2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23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Master VSAM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3647184" y="3961965"/>
        <a:ext cx="1127301" cy="583666"/>
      </dsp:txXfrm>
    </dsp:sp>
    <dsp:sp modelId="{54119D85-97C5-4BCE-861F-06FD77DC3F09}">
      <dsp:nvSpPr>
        <dsp:cNvPr id="0" name=""/>
        <dsp:cNvSpPr/>
      </dsp:nvSpPr>
      <dsp:spPr>
        <a:xfrm>
          <a:off x="3872644" y="4415928"/>
          <a:ext cx="1014571" cy="1945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KSDS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3872644" y="4415928"/>
        <a:ext cx="1014571" cy="194555"/>
      </dsp:txXfrm>
    </dsp:sp>
    <dsp:sp modelId="{4BCBD1DE-91A7-41DC-9BE0-181209F842FA}">
      <dsp:nvSpPr>
        <dsp:cNvPr id="0" name=""/>
        <dsp:cNvSpPr/>
      </dsp:nvSpPr>
      <dsp:spPr>
        <a:xfrm>
          <a:off x="3647184" y="4882861"/>
          <a:ext cx="1127301" cy="583666"/>
        </a:xfrm>
        <a:prstGeom prst="rect">
          <a:avLst/>
        </a:prstGeom>
        <a:solidFill>
          <a:srgbClr val="FF33CC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23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Report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3647184" y="4882861"/>
        <a:ext cx="1127301" cy="583666"/>
      </dsp:txXfrm>
    </dsp:sp>
    <dsp:sp modelId="{D6F0082F-92A8-4B64-A499-25C397A7DDE0}">
      <dsp:nvSpPr>
        <dsp:cNvPr id="0" name=""/>
        <dsp:cNvSpPr/>
      </dsp:nvSpPr>
      <dsp:spPr>
        <a:xfrm>
          <a:off x="3872644" y="5336824"/>
          <a:ext cx="1014571" cy="1945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5638162"/>
              <a:satOff val="-16181"/>
              <a:lumOff val="-259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PS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3872644" y="5336824"/>
        <a:ext cx="1014571" cy="194555"/>
      </dsp:txXfrm>
    </dsp:sp>
    <dsp:sp modelId="{D8298B93-0896-4701-AD3D-75C161A7CF82}">
      <dsp:nvSpPr>
        <dsp:cNvPr id="0" name=""/>
        <dsp:cNvSpPr/>
      </dsp:nvSpPr>
      <dsp:spPr>
        <a:xfrm>
          <a:off x="5915798" y="3041069"/>
          <a:ext cx="1127301" cy="583666"/>
        </a:xfrm>
        <a:prstGeom prst="rect">
          <a:avLst/>
        </a:prstGeom>
        <a:solidFill>
          <a:srgbClr val="FF00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23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Error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5915798" y="3041069"/>
        <a:ext cx="1127301" cy="583666"/>
      </dsp:txXfrm>
    </dsp:sp>
    <dsp:sp modelId="{2AE2E234-BAA5-444C-964E-5F2975110F88}">
      <dsp:nvSpPr>
        <dsp:cNvPr id="0" name=""/>
        <dsp:cNvSpPr/>
      </dsp:nvSpPr>
      <dsp:spPr>
        <a:xfrm>
          <a:off x="6141258" y="3495032"/>
          <a:ext cx="1014571" cy="1945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5560" tIns="8890" rIns="3556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PS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6141258" y="3495032"/>
        <a:ext cx="1014571" cy="194555"/>
      </dsp:txXfrm>
    </dsp:sp>
    <dsp:sp modelId="{B7A98EFD-DDEC-42A5-81A2-6EF3775D304F}">
      <dsp:nvSpPr>
        <dsp:cNvPr id="0" name=""/>
        <dsp:cNvSpPr/>
      </dsp:nvSpPr>
      <dsp:spPr>
        <a:xfrm>
          <a:off x="5159593" y="3961965"/>
          <a:ext cx="1127301" cy="583666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23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Backup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5324682" y="4047441"/>
        <a:ext cx="797123" cy="412714"/>
      </dsp:txXfrm>
    </dsp:sp>
    <dsp:sp modelId="{C863FC41-9CC0-47E3-B036-D5A407FDC6EA}">
      <dsp:nvSpPr>
        <dsp:cNvPr id="0" name=""/>
        <dsp:cNvSpPr/>
      </dsp:nvSpPr>
      <dsp:spPr>
        <a:xfrm>
          <a:off x="5385053" y="4415928"/>
          <a:ext cx="1014571" cy="1945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Gill Sans MT" panose="020B0502020104020203" pitchFamily="34" charset="0"/>
            </a:rPr>
            <a:t>GDG – Limit 7</a:t>
          </a:r>
          <a:endParaRPr lang="en-US" sz="1200" kern="1200" dirty="0">
            <a:latin typeface="Gill Sans MT" panose="020B0502020104020203" pitchFamily="34" charset="0"/>
          </a:endParaRPr>
        </a:p>
      </dsp:txBody>
      <dsp:txXfrm>
        <a:off x="5385053" y="4415928"/>
        <a:ext cx="1014571" cy="194555"/>
      </dsp:txXfrm>
    </dsp:sp>
    <dsp:sp modelId="{DBAD45AE-F910-4A9A-80A8-58F6082E3C35}">
      <dsp:nvSpPr>
        <dsp:cNvPr id="0" name=""/>
        <dsp:cNvSpPr/>
      </dsp:nvSpPr>
      <dsp:spPr>
        <a:xfrm>
          <a:off x="3647184" y="920903"/>
          <a:ext cx="1127301" cy="583666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2362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Gill Sans MT" panose="020B0502020104020203" pitchFamily="34" charset="0"/>
            </a:rPr>
            <a:t>Backup</a:t>
          </a:r>
          <a:endParaRPr lang="en-US" sz="1400" kern="1200" dirty="0">
            <a:latin typeface="Gill Sans MT" panose="020B0502020104020203" pitchFamily="34" charset="0"/>
          </a:endParaRPr>
        </a:p>
      </dsp:txBody>
      <dsp:txXfrm>
        <a:off x="3812273" y="1006379"/>
        <a:ext cx="797123" cy="412714"/>
      </dsp:txXfrm>
    </dsp:sp>
    <dsp:sp modelId="{72BC5DE3-31AA-4CD3-ACF3-14CD23B04E62}">
      <dsp:nvSpPr>
        <dsp:cNvPr id="0" name=""/>
        <dsp:cNvSpPr/>
      </dsp:nvSpPr>
      <dsp:spPr>
        <a:xfrm>
          <a:off x="3872644" y="1374866"/>
          <a:ext cx="1014571" cy="19455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>
              <a:latin typeface="Gill Sans MT" panose="020B0502020104020203" pitchFamily="34" charset="0"/>
            </a:rPr>
            <a:t>GDG – Limit 7</a:t>
          </a:r>
          <a:endParaRPr lang="en-US" sz="1200" kern="1200" dirty="0">
            <a:latin typeface="Gill Sans MT" panose="020B0502020104020203" pitchFamily="34" charset="0"/>
          </a:endParaRPr>
        </a:p>
      </dsp:txBody>
      <dsp:txXfrm>
        <a:off x="3872644" y="1374866"/>
        <a:ext cx="1014571" cy="1945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61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9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71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07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33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509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83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69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86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801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C66A-4EA0-459A-B280-40A8255EF5C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40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04C66A-4EA0-459A-B280-40A8255EF5C5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E6481-5347-434F-90FE-7DD4B5A13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2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B4B8205-5612-6DD0-974A-ADDC8E79C2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6696673"/>
              </p:ext>
            </p:extLst>
          </p:nvPr>
        </p:nvGraphicFramePr>
        <p:xfrm>
          <a:off x="-250296" y="1343828"/>
          <a:ext cx="8534400" cy="7594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0197BE0-EA25-F41D-CCB1-ECF5D2E742F9}"/>
              </a:ext>
            </a:extLst>
          </p:cNvPr>
          <p:cNvSpPr txBox="1"/>
          <p:nvPr/>
        </p:nvSpPr>
        <p:spPr>
          <a:xfrm>
            <a:off x="3090783" y="3862913"/>
            <a:ext cx="1386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Gill Sans MT" panose="020B0502020104020203" pitchFamily="34" charset="0"/>
              </a:rPr>
              <a:t>Valid records</a:t>
            </a:r>
            <a:endParaRPr lang="en-US" sz="1600" dirty="0">
              <a:latin typeface="Gill Sans MT" panose="020B05020201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F77B39-1D00-452B-6B15-C63EFA37A7F1}"/>
              </a:ext>
            </a:extLst>
          </p:cNvPr>
          <p:cNvSpPr txBox="1"/>
          <p:nvPr/>
        </p:nvSpPr>
        <p:spPr>
          <a:xfrm>
            <a:off x="5521607" y="3862913"/>
            <a:ext cx="1549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Gill Sans MT" panose="020B0502020104020203" pitchFamily="34" charset="0"/>
              </a:rPr>
              <a:t>Invalid records</a:t>
            </a:r>
            <a:endParaRPr lang="en-US" sz="1600" dirty="0">
              <a:latin typeface="Gill Sans MT" panose="020B05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DC74BD-5360-621A-1420-A402D83E4724}"/>
              </a:ext>
            </a:extLst>
          </p:cNvPr>
          <p:cNvSpPr txBox="1"/>
          <p:nvPr/>
        </p:nvSpPr>
        <p:spPr>
          <a:xfrm>
            <a:off x="655065" y="7758898"/>
            <a:ext cx="1386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Gill Sans MT" panose="020B0502020104020203" pitchFamily="34" charset="0"/>
              </a:rPr>
              <a:t>PREM AMT</a:t>
            </a:r>
          </a:p>
          <a:p>
            <a:pPr algn="ctr"/>
            <a:r>
              <a:rPr lang="en-IN" sz="1400" dirty="0">
                <a:latin typeface="Gill Sans MT" panose="020B0502020104020203" pitchFamily="34" charset="0"/>
              </a:rPr>
              <a:t>&lt;=8000</a:t>
            </a:r>
            <a:endParaRPr lang="en-US" sz="1400" dirty="0">
              <a:latin typeface="Gill Sans MT" panose="020B05020201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0991BF-195F-39DE-ACCB-A0687D5E89B9}"/>
              </a:ext>
            </a:extLst>
          </p:cNvPr>
          <p:cNvSpPr txBox="1"/>
          <p:nvPr/>
        </p:nvSpPr>
        <p:spPr>
          <a:xfrm>
            <a:off x="2946442" y="7758898"/>
            <a:ext cx="1386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Gill Sans MT" panose="020B0502020104020203" pitchFamily="34" charset="0"/>
              </a:rPr>
              <a:t>PREM AMT</a:t>
            </a:r>
          </a:p>
          <a:p>
            <a:pPr algn="ctr"/>
            <a:r>
              <a:rPr lang="en-IN" sz="1400" dirty="0">
                <a:latin typeface="Gill Sans MT" panose="020B0502020104020203" pitchFamily="34" charset="0"/>
              </a:rPr>
              <a:t>&gt;8000</a:t>
            </a:r>
            <a:endParaRPr lang="en-US" sz="1400" dirty="0">
              <a:latin typeface="Gill Sans MT" panose="020B05020201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BADC60-897D-6D90-50BC-380AE7A4C829}"/>
              </a:ext>
            </a:extLst>
          </p:cNvPr>
          <p:cNvSpPr txBox="1"/>
          <p:nvPr/>
        </p:nvSpPr>
        <p:spPr>
          <a:xfrm>
            <a:off x="664104" y="352421"/>
            <a:ext cx="623146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b="1" dirty="0">
                <a:latin typeface="Gill Sans MT" panose="020B0502020104020203" pitchFamily="34" charset="0"/>
              </a:rPr>
              <a:t>1008 - Life Insurance Details - Flowchart</a:t>
            </a:r>
            <a:endParaRPr lang="en-US" sz="2500" b="1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2D7A38-DCD9-F418-C099-827D82745381}"/>
              </a:ext>
            </a:extLst>
          </p:cNvPr>
          <p:cNvSpPr txBox="1"/>
          <p:nvPr/>
        </p:nvSpPr>
        <p:spPr>
          <a:xfrm>
            <a:off x="5521607" y="9452990"/>
            <a:ext cx="62314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latin typeface="Gill Sans MT" panose="020B0502020104020203" pitchFamily="34" charset="0"/>
              </a:rPr>
              <a:t>By</a:t>
            </a:r>
            <a:br>
              <a:rPr lang="en-IN" sz="1500" b="1" dirty="0">
                <a:latin typeface="Gill Sans MT" panose="020B0502020104020203" pitchFamily="34" charset="0"/>
              </a:rPr>
            </a:br>
            <a:r>
              <a:rPr lang="en-IN" sz="1500" b="1" dirty="0">
                <a:latin typeface="Gill Sans MT" panose="020B0502020104020203" pitchFamily="34" charset="0"/>
              </a:rPr>
              <a:t>Sethuraman C</a:t>
            </a:r>
          </a:p>
          <a:p>
            <a:r>
              <a:rPr lang="en-IN" sz="1500" b="1" dirty="0">
                <a:latin typeface="Gill Sans MT" panose="020B0502020104020203" pitchFamily="34" charset="0"/>
              </a:rPr>
              <a:t>2400867</a:t>
            </a:r>
          </a:p>
          <a:p>
            <a:r>
              <a:rPr lang="en-IN" sz="1500" b="1" dirty="0">
                <a:latin typeface="Gill Sans MT" panose="020B0502020104020203" pitchFamily="34" charset="0"/>
              </a:rPr>
              <a:t>INTISG25MF001</a:t>
            </a:r>
            <a:endParaRPr lang="en-US" sz="1500" b="1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008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</TotalTime>
  <Words>45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Gill Sans MT</vt:lpstr>
      <vt:lpstr>Office Theme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C, Sethuraman (Contractor)</dc:creator>
  <cp:lastModifiedBy>C, Sethuraman (Contractor)</cp:lastModifiedBy>
  <cp:revision>6</cp:revision>
  <dcterms:created xsi:type="dcterms:W3CDTF">2025-05-06T05:41:12Z</dcterms:created>
  <dcterms:modified xsi:type="dcterms:W3CDTF">2025-06-03T17:31:15Z</dcterms:modified>
</cp:coreProperties>
</file>