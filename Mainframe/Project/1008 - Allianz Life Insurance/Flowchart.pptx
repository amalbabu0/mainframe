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056"/>
    <a:srgbClr val="0F9ED5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1F82D-851A-4D80-B1FC-658067FD90F3}" v="8" dt="2025-06-03T17:30:18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188" y="-2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, Sethuraman (Contractor)" userId="4d0fba1f-9614-4779-9511-e82ed3a51b98" providerId="ADAL" clId="{76C38D4C-FB90-4540-B2D9-62E1EADA4514}"/>
    <pc:docChg chg="addSld">
      <pc:chgData name="C, Sethuraman (Contractor)" userId="4d0fba1f-9614-4779-9511-e82ed3a51b98" providerId="ADAL" clId="{76C38D4C-FB90-4540-B2D9-62E1EADA4514}" dt="2025-05-06T05:41:20.633" v="0" actId="680"/>
      <pc:docMkLst>
        <pc:docMk/>
      </pc:docMkLst>
      <pc:sldChg chg="new">
        <pc:chgData name="C, Sethuraman (Contractor)" userId="4d0fba1f-9614-4779-9511-e82ed3a51b98" providerId="ADAL" clId="{76C38D4C-FB90-4540-B2D9-62E1EADA4514}" dt="2025-05-06T05:41:20.633" v="0" actId="680"/>
        <pc:sldMkLst>
          <pc:docMk/>
          <pc:sldMk cId="3807008875" sldId="256"/>
        </pc:sldMkLst>
      </pc:sldChg>
    </pc:docChg>
  </pc:docChgLst>
  <pc:docChgLst>
    <pc:chgData name="C, Sethuraman (Contractor)" userId="4d0fba1f-9614-4779-9511-e82ed3a51b98" providerId="ADAL" clId="{57B1F82D-851A-4D80-B1FC-658067FD90F3}"/>
    <pc:docChg chg="modSld">
      <pc:chgData name="C, Sethuraman (Contractor)" userId="4d0fba1f-9614-4779-9511-e82ed3a51b98" providerId="ADAL" clId="{57B1F82D-851A-4D80-B1FC-658067FD90F3}" dt="2025-06-03T17:31:11.712" v="12" actId="20577"/>
      <pc:docMkLst>
        <pc:docMk/>
      </pc:docMkLst>
      <pc:sldChg chg="modSp mod">
        <pc:chgData name="C, Sethuraman (Contractor)" userId="4d0fba1f-9614-4779-9511-e82ed3a51b98" providerId="ADAL" clId="{57B1F82D-851A-4D80-B1FC-658067FD90F3}" dt="2025-06-03T17:31:11.712" v="12" actId="20577"/>
        <pc:sldMkLst>
          <pc:docMk/>
          <pc:sldMk cId="3807008875" sldId="256"/>
        </pc:sldMkLst>
        <pc:spChg chg="mod">
          <ac:chgData name="C, Sethuraman (Contractor)" userId="4d0fba1f-9614-4779-9511-e82ed3a51b98" providerId="ADAL" clId="{57B1F82D-851A-4D80-B1FC-658067FD90F3}" dt="2025-06-03T17:31:11.712" v="12" actId="20577"/>
          <ac:spMkLst>
            <pc:docMk/>
            <pc:sldMk cId="3807008875" sldId="256"/>
            <ac:spMk id="3" creationId="{952D7A38-DCD9-F418-C099-827D82745381}"/>
          </ac:spMkLst>
        </pc:spChg>
        <pc:graphicFrameChg chg="mod">
          <ac:chgData name="C, Sethuraman (Contractor)" userId="4d0fba1f-9614-4779-9511-e82ed3a51b98" providerId="ADAL" clId="{57B1F82D-851A-4D80-B1FC-658067FD90F3}" dt="2025-06-03T17:30:18.433" v="10" actId="207"/>
          <ac:graphicFrameMkLst>
            <pc:docMk/>
            <pc:sldMk cId="3807008875" sldId="256"/>
            <ac:graphicFrameMk id="4" creationId="{EB4B8205-5612-6DD0-974A-ADDC8E79C25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66B4B-39D4-450B-988E-3BB7D54044E1}" type="doc">
      <dgm:prSet loTypeId="urn:microsoft.com/office/officeart/2008/layout/NameandTitleOrganizational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FE281E-FE8C-4F97-94AE-1635F0F8B8C1}">
      <dgm:prSet phldrT="[Text]"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Input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9CF5D308-348D-4B33-A74E-D8E14E74B487}" type="sibTrans" cxnId="{77A57504-2DDA-4072-AC97-DE9B189AA071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59CD5BDE-A86E-4BB3-B513-AB03ED55AA87}" type="parTrans" cxnId="{77A57504-2DDA-4072-AC97-DE9B189AA071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8D054978-4821-4C29-9B83-6387016DC041}">
      <dgm:prSet phldrT="[Text]" custT="1"/>
      <dgm:spPr>
        <a:solidFill>
          <a:srgbClr val="C0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Validation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C716A6FC-9B5D-4E4B-B73E-E85608CD2B51}" type="sibTrans" cxnId="{E1ACB6BF-C7E8-421F-8A16-25BD13406462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COBOL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3AC126A2-3617-4FD7-955D-448CC1DA2728}" type="parTrans" cxnId="{E1ACB6BF-C7E8-421F-8A16-25BD13406462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784622E7-42C4-4B0D-AF12-B98518C00FEE}">
      <dgm:prSet custT="1"/>
      <dgm:spPr>
        <a:solidFill>
          <a:srgbClr val="C0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Calculation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BE3C6CF9-F341-4EBF-AEBE-C81D8282FEC6}" type="parTrans" cxnId="{2230E3C8-643A-4F94-93C2-D28F585D20EB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81DAF880-A1F9-4DFA-95BE-665C6D02AF8E}" type="sibTrans" cxnId="{2230E3C8-643A-4F94-93C2-D28F585D20EB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Balance Amount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1C1C9C75-D310-4DBF-A9C9-8E5C1E641D10}">
      <dgm:prSet custT="1"/>
      <dgm:spPr>
        <a:solidFill>
          <a:srgbClr val="FF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Error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CB7E76D-15D9-48FC-ADC6-505A58037B7B}" type="parTrans" cxnId="{51761053-7770-49CB-8849-4D4775075E75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C83E7969-40BD-485D-A9B0-488A8B1A262B}" type="sibTrans" cxnId="{51761053-7770-49CB-8849-4D4775075E75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1CC10E3B-09A1-4E6B-87C9-A9C66B6DBB9F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Premium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4303472-7AFA-4078-833B-F9A32228728B}" type="parTrans" cxnId="{ACB273DC-D328-4E55-B0A0-21187760FDC3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D8D6ADC-4DD9-42DA-8551-22323BE1ABDD}" type="sibTrans" cxnId="{ACB273DC-D328-4E55-B0A0-21187760FDC3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53499405-35C5-45FF-9FA3-D762A2111F9F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Master VSAM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CDB9FA47-7CA8-4831-B84C-4103CF9FD27D}" type="parTrans" cxnId="{033467B4-4C22-460E-A040-17412CAA0A7A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023606EF-53EE-499D-9B61-08FCC558FB4D}" type="sibTrans" cxnId="{033467B4-4C22-460E-A040-17412CAA0A7A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KSDS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2A3FA24F-CE1E-435C-AA9A-184B2DFE5ABE}">
      <dgm:prSet custT="1"/>
      <dgm:spPr>
        <a:solidFill>
          <a:srgbClr val="FF33CC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Report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3CBE9B3-EC89-4374-B160-8F43E3F8A011}" type="parTrans" cxnId="{E2C704C3-D321-4987-8E49-FDA0C0A21FAD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67394F39-3781-4744-B4D5-A0F40F900032}" type="sibTrans" cxnId="{E2C704C3-D321-4987-8E49-FDA0C0A21FAD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3AA1692D-FE32-46FF-8181-E65301E27077}">
      <dgm:prSet custT="1"/>
      <dgm:spPr>
        <a:solidFill>
          <a:srgbClr val="C0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2DBE541-31E3-4B38-AB0D-0BED76D9D30B}" type="parTrans" cxnId="{23D04859-EDD8-410A-AFA1-C1D729C5CA3F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D9586AC3-AFA6-4DA1-BA24-A9A8263C8A78}" type="sibTrans" cxnId="{23D04859-EDD8-410A-AFA1-C1D729C5CA3F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JCL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F03B3875-DE8D-4E69-ABBA-CCE2AC7D2659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D4A28184-54C0-44E2-BA9C-C56D44953FDD}" type="parTrans" cxnId="{12141F2B-947C-44E9-9CF1-AE44C2DE0FFE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7EE40755-F10C-4DED-BABF-70328027077A}" type="sibTrans" cxnId="{12141F2B-947C-44E9-9CF1-AE44C2DE0FFE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–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2D454146-F105-4670-8D11-013FE4ECC2DD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E4C74B47-2C5F-4B0B-9041-3D5F7A65C4D1}" type="parTrans" cxnId="{F7FC1DF2-27A2-4ED2-ADE3-7ED4238E27D8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78C0E84-BBAF-486A-90F8-D7A7DE5E6E7F}" type="sibTrans" cxnId="{F7FC1DF2-27A2-4ED2-ADE3-7ED4238E27D8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–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66D17851-6230-4684-9D25-F1F1ADA95066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F30C9C89-EE0F-4E90-A284-293EEFBEA59A}" type="parTrans" cxnId="{1C630A69-B0A2-4A75-AD81-6D6F6DBF138C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CB4AB5F-6C93-49A8-B353-9E298731CE54}" type="sibTrans" cxnId="{1C630A69-B0A2-4A75-AD81-6D6F6DBF138C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-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D230F85F-4073-47DC-855B-7A4C8175EF94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 1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DEF5A09C-651D-4564-8713-CF52C08D6399}" type="parTrans" cxnId="{85A5A3F4-2FC3-4DDF-A3E8-EF266413185D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F8CE5D5D-BD19-459D-A35D-AF7CC9468551}" type="sibTrans" cxnId="{85A5A3F4-2FC3-4DDF-A3E8-EF266413185D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411C6806-FAA4-44E1-8C46-30ED2BA32E03}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 2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237ACC16-F628-4356-B62B-D6A357C0C8BA}" type="parTrans" cxnId="{971F08FE-5A75-47E6-A1F5-D66AC928B6B2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38B1F09-5ED8-44FF-B9AD-A17F7D759D06}" type="sibTrans" cxnId="{971F08FE-5A75-47E6-A1F5-D66AC928B6B2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AAA79A32-8198-466F-B666-8864800F676B}">
      <dgm:prSet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Premium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03C35B1D-4253-492F-85CA-F09D81EEB51C}" type="parTrans" cxnId="{CE41E418-429F-46DA-9331-036F51E6C93D}">
      <dgm:prSet/>
      <dgm:spPr/>
      <dgm:t>
        <a:bodyPr/>
        <a:lstStyle/>
        <a:p>
          <a:endParaRPr lang="en-US"/>
        </a:p>
      </dgm:t>
    </dgm:pt>
    <dgm:pt modelId="{8B52AFC6-F924-46EB-8EBD-ABC8F85710C1}" type="sibTrans" cxnId="{CE41E418-429F-46DA-9331-036F51E6C93D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Table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AC31FCEF-50DB-43BF-A9C9-9755C0742D11}" type="pres">
      <dgm:prSet presAssocID="{14E66B4B-39D4-450B-988E-3BB7D54044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FA7415F-D347-4D7B-88B9-65AC7D08D416}" type="pres">
      <dgm:prSet presAssocID="{63FE281E-FE8C-4F97-94AE-1635F0F8B8C1}" presName="hierRoot1" presStyleCnt="0">
        <dgm:presLayoutVars>
          <dgm:hierBranch val="init"/>
        </dgm:presLayoutVars>
      </dgm:prSet>
      <dgm:spPr/>
    </dgm:pt>
    <dgm:pt modelId="{80EF7760-DDCB-4139-9FB2-7A0EA9150271}" type="pres">
      <dgm:prSet presAssocID="{63FE281E-FE8C-4F97-94AE-1635F0F8B8C1}" presName="rootComposite1" presStyleCnt="0"/>
      <dgm:spPr/>
    </dgm:pt>
    <dgm:pt modelId="{33FD71D4-82E9-491B-BF71-0675059B7E9A}" type="pres">
      <dgm:prSet presAssocID="{63FE281E-FE8C-4F97-94AE-1635F0F8B8C1}" presName="rootText1" presStyleLbl="node0" presStyleIdx="0" presStyleCnt="1">
        <dgm:presLayoutVars>
          <dgm:chMax/>
          <dgm:chPref val="3"/>
        </dgm:presLayoutVars>
      </dgm:prSet>
      <dgm:spPr/>
    </dgm:pt>
    <dgm:pt modelId="{9E02011A-C7A3-495F-9A37-67EA9BFED7CF}" type="pres">
      <dgm:prSet presAssocID="{63FE281E-FE8C-4F97-94AE-1635F0F8B8C1}" presName="titleText1" presStyleLbl="fgAcc0" presStyleIdx="0" presStyleCnt="1">
        <dgm:presLayoutVars>
          <dgm:chMax val="0"/>
          <dgm:chPref val="0"/>
        </dgm:presLayoutVars>
      </dgm:prSet>
      <dgm:spPr/>
    </dgm:pt>
    <dgm:pt modelId="{DD7561E8-4630-4F6B-88E6-FA95110603D7}" type="pres">
      <dgm:prSet presAssocID="{63FE281E-FE8C-4F97-94AE-1635F0F8B8C1}" presName="rootConnector1" presStyleLbl="node1" presStyleIdx="0" presStyleCnt="10"/>
      <dgm:spPr/>
    </dgm:pt>
    <dgm:pt modelId="{C362912B-1A7C-4F65-84E0-704734859E63}" type="pres">
      <dgm:prSet presAssocID="{63FE281E-FE8C-4F97-94AE-1635F0F8B8C1}" presName="hierChild2" presStyleCnt="0"/>
      <dgm:spPr/>
    </dgm:pt>
    <dgm:pt modelId="{95AE2914-8688-4A0E-8B2D-7BB12D917D6F}" type="pres">
      <dgm:prSet presAssocID="{3AC126A2-3617-4FD7-955D-448CC1DA2728}" presName="Name37" presStyleLbl="parChTrans1D2" presStyleIdx="0" presStyleCnt="2"/>
      <dgm:spPr/>
    </dgm:pt>
    <dgm:pt modelId="{1CB16D39-0D8C-4C10-B145-4C729DDE4D90}" type="pres">
      <dgm:prSet presAssocID="{8D054978-4821-4C29-9B83-6387016DC041}" presName="hierRoot2" presStyleCnt="0">
        <dgm:presLayoutVars>
          <dgm:hierBranch val="init"/>
        </dgm:presLayoutVars>
      </dgm:prSet>
      <dgm:spPr/>
    </dgm:pt>
    <dgm:pt modelId="{68BC22D0-55BD-482F-808D-9BDE9AF04C16}" type="pres">
      <dgm:prSet presAssocID="{8D054978-4821-4C29-9B83-6387016DC041}" presName="rootComposite" presStyleCnt="0"/>
      <dgm:spPr/>
    </dgm:pt>
    <dgm:pt modelId="{342CAB24-F743-4676-9982-A2C0490E6328}" type="pres">
      <dgm:prSet presAssocID="{8D054978-4821-4C29-9B83-6387016DC041}" presName="rootText" presStyleLbl="node1" presStyleIdx="0" presStyleCnt="10" custScaleX="171235" custScaleY="158805" custLinFactNeighborX="-5257">
        <dgm:presLayoutVars>
          <dgm:chMax/>
          <dgm:chPref val="3"/>
        </dgm:presLayoutVars>
      </dgm:prSet>
      <dgm:spPr>
        <a:prstGeom prst="diamond">
          <a:avLst/>
        </a:prstGeom>
      </dgm:spPr>
    </dgm:pt>
    <dgm:pt modelId="{B47BF3AF-A4DC-4C9F-A3A7-183509652192}" type="pres">
      <dgm:prSet presAssocID="{8D054978-4821-4C29-9B83-6387016DC041}" presName="titleText2" presStyleLbl="fgAcc1" presStyleIdx="0" presStyleCnt="10">
        <dgm:presLayoutVars>
          <dgm:chMax val="0"/>
          <dgm:chPref val="0"/>
        </dgm:presLayoutVars>
      </dgm:prSet>
      <dgm:spPr/>
    </dgm:pt>
    <dgm:pt modelId="{67E6E90C-FC4D-4BEC-9DB7-E35F83B18F46}" type="pres">
      <dgm:prSet presAssocID="{8D054978-4821-4C29-9B83-6387016DC041}" presName="rootConnector" presStyleLbl="node2" presStyleIdx="0" presStyleCnt="0"/>
      <dgm:spPr/>
    </dgm:pt>
    <dgm:pt modelId="{25B42702-E68C-4EC4-9928-852BD9BC8147}" type="pres">
      <dgm:prSet presAssocID="{8D054978-4821-4C29-9B83-6387016DC041}" presName="hierChild4" presStyleCnt="0"/>
      <dgm:spPr/>
    </dgm:pt>
    <dgm:pt modelId="{A5808483-9826-4E43-ABBD-72620D75AF27}" type="pres">
      <dgm:prSet presAssocID="{BE3C6CF9-F341-4EBF-AEBE-C81D8282FEC6}" presName="Name37" presStyleLbl="parChTrans1D3" presStyleIdx="0" presStyleCnt="2"/>
      <dgm:spPr/>
    </dgm:pt>
    <dgm:pt modelId="{838E48F5-F447-421C-A882-342F9D2FD509}" type="pres">
      <dgm:prSet presAssocID="{784622E7-42C4-4B0D-AF12-B98518C00FEE}" presName="hierRoot2" presStyleCnt="0">
        <dgm:presLayoutVars>
          <dgm:hierBranch val="init"/>
        </dgm:presLayoutVars>
      </dgm:prSet>
      <dgm:spPr/>
    </dgm:pt>
    <dgm:pt modelId="{FE25CF57-1CEC-47B6-9658-D53064F95895}" type="pres">
      <dgm:prSet presAssocID="{784622E7-42C4-4B0D-AF12-B98518C00FEE}" presName="rootComposite" presStyleCnt="0"/>
      <dgm:spPr/>
    </dgm:pt>
    <dgm:pt modelId="{C84733E2-01F7-4BAC-8BE5-EC320FAB1E7C}" type="pres">
      <dgm:prSet presAssocID="{784622E7-42C4-4B0D-AF12-B98518C00FEE}" presName="rootText" presStyleLbl="node1" presStyleIdx="1" presStyleCnt="10" custScaleX="183617" custScaleY="167101" custLinFactNeighborX="-4866" custLinFactNeighborY="-1825">
        <dgm:presLayoutVars>
          <dgm:chMax/>
          <dgm:chPref val="3"/>
        </dgm:presLayoutVars>
      </dgm:prSet>
      <dgm:spPr>
        <a:prstGeom prst="diamond">
          <a:avLst/>
        </a:prstGeom>
      </dgm:spPr>
    </dgm:pt>
    <dgm:pt modelId="{E4B322E1-3724-4FD2-B01C-7B40529CA6DB}" type="pres">
      <dgm:prSet presAssocID="{784622E7-42C4-4B0D-AF12-B98518C00FEE}" presName="titleText2" presStyleLbl="fgAcc1" presStyleIdx="1" presStyleCnt="10" custScaleX="131043" custScaleY="119841">
        <dgm:presLayoutVars>
          <dgm:chMax val="0"/>
          <dgm:chPref val="0"/>
        </dgm:presLayoutVars>
      </dgm:prSet>
      <dgm:spPr/>
    </dgm:pt>
    <dgm:pt modelId="{B69DE159-FD77-465B-AE19-309CA04382C0}" type="pres">
      <dgm:prSet presAssocID="{784622E7-42C4-4B0D-AF12-B98518C00FEE}" presName="rootConnector" presStyleLbl="node3" presStyleIdx="0" presStyleCnt="0"/>
      <dgm:spPr/>
    </dgm:pt>
    <dgm:pt modelId="{B0F0EFB6-0763-4ED9-8A15-3DBB4D8086BE}" type="pres">
      <dgm:prSet presAssocID="{784622E7-42C4-4B0D-AF12-B98518C00FEE}" presName="hierChild4" presStyleCnt="0"/>
      <dgm:spPr/>
    </dgm:pt>
    <dgm:pt modelId="{48E1C12C-C5A5-4C05-A81A-2FC80DD3CD70}" type="pres">
      <dgm:prSet presAssocID="{03C35B1D-4253-492F-85CA-F09D81EEB51C}" presName="Name37" presStyleLbl="parChTrans1D4" presStyleIdx="0" presStyleCnt="9"/>
      <dgm:spPr/>
    </dgm:pt>
    <dgm:pt modelId="{1DDDD2A9-A477-4412-AD57-1FB7A57CA8EA}" type="pres">
      <dgm:prSet presAssocID="{AAA79A32-8198-466F-B666-8864800F676B}" presName="hierRoot2" presStyleCnt="0">
        <dgm:presLayoutVars>
          <dgm:hierBranch val="init"/>
        </dgm:presLayoutVars>
      </dgm:prSet>
      <dgm:spPr/>
    </dgm:pt>
    <dgm:pt modelId="{4A5BCF59-BFD4-40C9-81C2-B76D92ECC16D}" type="pres">
      <dgm:prSet presAssocID="{AAA79A32-8198-466F-B666-8864800F676B}" presName="rootComposite" presStyleCnt="0"/>
      <dgm:spPr/>
    </dgm:pt>
    <dgm:pt modelId="{8ADD1576-9347-45B7-A2F1-2E83BDD564AF}" type="pres">
      <dgm:prSet presAssocID="{AAA79A32-8198-466F-B666-8864800F676B}" presName="rootText" presStyleLbl="node1" presStyleIdx="2" presStyleCnt="10">
        <dgm:presLayoutVars>
          <dgm:chMax/>
          <dgm:chPref val="3"/>
        </dgm:presLayoutVars>
      </dgm:prSet>
      <dgm:spPr>
        <a:prstGeom prst="snip2DiagRect">
          <a:avLst/>
        </a:prstGeom>
      </dgm:spPr>
    </dgm:pt>
    <dgm:pt modelId="{59C5172A-B9C8-41D4-91FD-85756ED4CAC4}" type="pres">
      <dgm:prSet presAssocID="{AAA79A32-8198-466F-B666-8864800F676B}" presName="titleText2" presStyleLbl="fgAcc1" presStyleIdx="2" presStyleCnt="10">
        <dgm:presLayoutVars>
          <dgm:chMax val="0"/>
          <dgm:chPref val="0"/>
        </dgm:presLayoutVars>
      </dgm:prSet>
      <dgm:spPr/>
    </dgm:pt>
    <dgm:pt modelId="{303ABD79-F1E8-4DDB-BBA0-AE0F3EABDF44}" type="pres">
      <dgm:prSet presAssocID="{AAA79A32-8198-466F-B666-8864800F676B}" presName="rootConnector" presStyleLbl="node4" presStyleIdx="0" presStyleCnt="0"/>
      <dgm:spPr/>
    </dgm:pt>
    <dgm:pt modelId="{D8DEE825-9C52-48B7-9A3C-1BFED0867719}" type="pres">
      <dgm:prSet presAssocID="{AAA79A32-8198-466F-B666-8864800F676B}" presName="hierChild4" presStyleCnt="0"/>
      <dgm:spPr/>
    </dgm:pt>
    <dgm:pt modelId="{6B9CE424-CAAD-4FE2-9347-37F0EBCD91EE}" type="pres">
      <dgm:prSet presAssocID="{AAA79A32-8198-466F-B666-8864800F676B}" presName="hierChild5" presStyleCnt="0"/>
      <dgm:spPr/>
    </dgm:pt>
    <dgm:pt modelId="{FB5E5AAB-449F-4FF1-86C9-F5BB768C40DF}" type="pres">
      <dgm:prSet presAssocID="{64303472-7AFA-4078-833B-F9A32228728B}" presName="Name37" presStyleLbl="parChTrans1D4" presStyleIdx="1" presStyleCnt="9"/>
      <dgm:spPr/>
    </dgm:pt>
    <dgm:pt modelId="{509E521C-75C7-4236-A526-558DE8706458}" type="pres">
      <dgm:prSet presAssocID="{1CC10E3B-09A1-4E6B-87C9-A9C66B6DBB9F}" presName="hierRoot2" presStyleCnt="0">
        <dgm:presLayoutVars>
          <dgm:hierBranch val="init"/>
        </dgm:presLayoutVars>
      </dgm:prSet>
      <dgm:spPr/>
    </dgm:pt>
    <dgm:pt modelId="{2CF2C34B-E2DC-48A1-BA65-C5C4F6732EB2}" type="pres">
      <dgm:prSet presAssocID="{1CC10E3B-09A1-4E6B-87C9-A9C66B6DBB9F}" presName="rootComposite" presStyleCnt="0"/>
      <dgm:spPr/>
    </dgm:pt>
    <dgm:pt modelId="{1711939A-453B-41E3-863B-C20BE5B042BD}" type="pres">
      <dgm:prSet presAssocID="{1CC10E3B-09A1-4E6B-87C9-A9C66B6DBB9F}" presName="rootText" presStyleLbl="node1" presStyleIdx="3" presStyleCnt="10">
        <dgm:presLayoutVars>
          <dgm:chMax/>
          <dgm:chPref val="3"/>
        </dgm:presLayoutVars>
      </dgm:prSet>
      <dgm:spPr/>
    </dgm:pt>
    <dgm:pt modelId="{55BADA59-0DD9-4328-8696-A3B06884F973}" type="pres">
      <dgm:prSet presAssocID="{1CC10E3B-09A1-4E6B-87C9-A9C66B6DBB9F}" presName="titleText2" presStyleLbl="fgAcc1" presStyleIdx="3" presStyleCnt="10">
        <dgm:presLayoutVars>
          <dgm:chMax val="0"/>
          <dgm:chPref val="0"/>
        </dgm:presLayoutVars>
      </dgm:prSet>
      <dgm:spPr/>
    </dgm:pt>
    <dgm:pt modelId="{6FC4D57D-8EA0-4305-A419-BCA5FAA07FB9}" type="pres">
      <dgm:prSet presAssocID="{1CC10E3B-09A1-4E6B-87C9-A9C66B6DBB9F}" presName="rootConnector" presStyleLbl="node4" presStyleIdx="0" presStyleCnt="0"/>
      <dgm:spPr/>
    </dgm:pt>
    <dgm:pt modelId="{A7522FF8-C986-48E9-BC97-B0AC2A941A82}" type="pres">
      <dgm:prSet presAssocID="{1CC10E3B-09A1-4E6B-87C9-A9C66B6DBB9F}" presName="hierChild4" presStyleCnt="0"/>
      <dgm:spPr/>
    </dgm:pt>
    <dgm:pt modelId="{F2C1D632-F326-430D-9BC4-2A95FE0997FA}" type="pres">
      <dgm:prSet presAssocID="{62DBE541-31E3-4B38-AB0D-0BED76D9D30B}" presName="Name37" presStyleLbl="parChTrans1D4" presStyleIdx="2" presStyleCnt="9"/>
      <dgm:spPr/>
    </dgm:pt>
    <dgm:pt modelId="{2502EAB9-ADD7-4366-9F8A-D332C633D981}" type="pres">
      <dgm:prSet presAssocID="{3AA1692D-FE32-46FF-8181-E65301E27077}" presName="hierRoot2" presStyleCnt="0">
        <dgm:presLayoutVars>
          <dgm:hierBranch val="init"/>
        </dgm:presLayoutVars>
      </dgm:prSet>
      <dgm:spPr/>
    </dgm:pt>
    <dgm:pt modelId="{8A55EB0D-7835-4C8D-8DD5-FD2FF05277D1}" type="pres">
      <dgm:prSet presAssocID="{3AA1692D-FE32-46FF-8181-E65301E27077}" presName="rootComposite" presStyleCnt="0"/>
      <dgm:spPr/>
    </dgm:pt>
    <dgm:pt modelId="{EB3154D7-3C26-4935-A28C-062A751E4D4A}" type="pres">
      <dgm:prSet presAssocID="{3AA1692D-FE32-46FF-8181-E65301E27077}" presName="rootText" presStyleLbl="node1" presStyleIdx="4" presStyleCnt="10" custScaleX="157846" custScaleY="149083" custLinFactNeighborX="-5257">
        <dgm:presLayoutVars>
          <dgm:chMax/>
          <dgm:chPref val="3"/>
        </dgm:presLayoutVars>
      </dgm:prSet>
      <dgm:spPr>
        <a:prstGeom prst="diamond">
          <a:avLst/>
        </a:prstGeom>
      </dgm:spPr>
    </dgm:pt>
    <dgm:pt modelId="{C2A244E6-CF4E-4B7D-81AF-06CF0C0DEDC4}" type="pres">
      <dgm:prSet presAssocID="{3AA1692D-FE32-46FF-8181-E65301E27077}" presName="titleText2" presStyleLbl="fgAcc1" presStyleIdx="4" presStyleCnt="10">
        <dgm:presLayoutVars>
          <dgm:chMax val="0"/>
          <dgm:chPref val="0"/>
        </dgm:presLayoutVars>
      </dgm:prSet>
      <dgm:spPr/>
    </dgm:pt>
    <dgm:pt modelId="{DAC7ED98-99D8-4E3D-AA1A-C5DFCF23CFE8}" type="pres">
      <dgm:prSet presAssocID="{3AA1692D-FE32-46FF-8181-E65301E27077}" presName="rootConnector" presStyleLbl="node4" presStyleIdx="0" presStyleCnt="0"/>
      <dgm:spPr/>
    </dgm:pt>
    <dgm:pt modelId="{702E054D-2124-40E7-921E-978915B798E6}" type="pres">
      <dgm:prSet presAssocID="{3AA1692D-FE32-46FF-8181-E65301E27077}" presName="hierChild4" presStyleCnt="0"/>
      <dgm:spPr/>
    </dgm:pt>
    <dgm:pt modelId="{8F6FB9F7-A8A6-4347-849E-101A9E101216}" type="pres">
      <dgm:prSet presAssocID="{DEF5A09C-651D-4564-8713-CF52C08D6399}" presName="Name37" presStyleLbl="parChTrans1D4" presStyleIdx="3" presStyleCnt="9"/>
      <dgm:spPr/>
    </dgm:pt>
    <dgm:pt modelId="{E4ED8984-0FA1-4F21-AACF-C4B9C507E8FA}" type="pres">
      <dgm:prSet presAssocID="{D230F85F-4073-47DC-855B-7A4C8175EF94}" presName="hierRoot2" presStyleCnt="0">
        <dgm:presLayoutVars>
          <dgm:hierBranch val="init"/>
        </dgm:presLayoutVars>
      </dgm:prSet>
      <dgm:spPr/>
    </dgm:pt>
    <dgm:pt modelId="{AE9CDA93-03BE-4BD0-BA7B-2A9B29BBEB29}" type="pres">
      <dgm:prSet presAssocID="{D230F85F-4073-47DC-855B-7A4C8175EF94}" presName="rootComposite" presStyleCnt="0"/>
      <dgm:spPr/>
    </dgm:pt>
    <dgm:pt modelId="{534305E7-9330-4FC3-BBAA-1EB01168EECC}" type="pres">
      <dgm:prSet presAssocID="{D230F85F-4073-47DC-855B-7A4C8175EF94}" presName="rootText" presStyleLbl="node1" presStyleIdx="5" presStyleCnt="10">
        <dgm:presLayoutVars>
          <dgm:chMax/>
          <dgm:chPref val="3"/>
        </dgm:presLayoutVars>
      </dgm:prSet>
      <dgm:spPr/>
    </dgm:pt>
    <dgm:pt modelId="{21DC5939-A2CB-4A7A-A06D-3D3234641035}" type="pres">
      <dgm:prSet presAssocID="{D230F85F-4073-47DC-855B-7A4C8175EF94}" presName="titleText2" presStyleLbl="fgAcc1" presStyleIdx="5" presStyleCnt="10">
        <dgm:presLayoutVars>
          <dgm:chMax val="0"/>
          <dgm:chPref val="0"/>
        </dgm:presLayoutVars>
      </dgm:prSet>
      <dgm:spPr/>
    </dgm:pt>
    <dgm:pt modelId="{8C20FDD7-1CBE-4CF9-A034-0A91DD852146}" type="pres">
      <dgm:prSet presAssocID="{D230F85F-4073-47DC-855B-7A4C8175EF94}" presName="rootConnector" presStyleLbl="node4" presStyleIdx="0" presStyleCnt="0"/>
      <dgm:spPr/>
    </dgm:pt>
    <dgm:pt modelId="{EECBC450-A890-494C-9B84-2BBA7B42D1C9}" type="pres">
      <dgm:prSet presAssocID="{D230F85F-4073-47DC-855B-7A4C8175EF94}" presName="hierChild4" presStyleCnt="0"/>
      <dgm:spPr/>
    </dgm:pt>
    <dgm:pt modelId="{99DE43F4-C689-40F6-B49F-207CAF349AD5}" type="pres">
      <dgm:prSet presAssocID="{D230F85F-4073-47DC-855B-7A4C8175EF94}" presName="hierChild5" presStyleCnt="0"/>
      <dgm:spPr/>
    </dgm:pt>
    <dgm:pt modelId="{F52333CA-6608-4D78-A484-D07BF83FF061}" type="pres">
      <dgm:prSet presAssocID="{237ACC16-F628-4356-B62B-D6A357C0C8BA}" presName="Name37" presStyleLbl="parChTrans1D4" presStyleIdx="4" presStyleCnt="9"/>
      <dgm:spPr/>
    </dgm:pt>
    <dgm:pt modelId="{65E853E2-7A08-468A-84EB-E5D3EF357632}" type="pres">
      <dgm:prSet presAssocID="{411C6806-FAA4-44E1-8C46-30ED2BA32E03}" presName="hierRoot2" presStyleCnt="0">
        <dgm:presLayoutVars>
          <dgm:hierBranch val="init"/>
        </dgm:presLayoutVars>
      </dgm:prSet>
      <dgm:spPr/>
    </dgm:pt>
    <dgm:pt modelId="{D0A43110-C3FD-457F-B803-573AC4259F65}" type="pres">
      <dgm:prSet presAssocID="{411C6806-FAA4-44E1-8C46-30ED2BA32E03}" presName="rootComposite" presStyleCnt="0"/>
      <dgm:spPr/>
    </dgm:pt>
    <dgm:pt modelId="{C2455298-C897-4BB9-B6AB-AED1256C11A9}" type="pres">
      <dgm:prSet presAssocID="{411C6806-FAA4-44E1-8C46-30ED2BA32E03}" presName="rootText" presStyleLbl="node1" presStyleIdx="6" presStyleCnt="10">
        <dgm:presLayoutVars>
          <dgm:chMax/>
          <dgm:chPref val="3"/>
        </dgm:presLayoutVars>
      </dgm:prSet>
      <dgm:spPr/>
    </dgm:pt>
    <dgm:pt modelId="{2160A11C-C600-4835-9778-FC91848C6EEF}" type="pres">
      <dgm:prSet presAssocID="{411C6806-FAA4-44E1-8C46-30ED2BA32E03}" presName="titleText2" presStyleLbl="fgAcc1" presStyleIdx="6" presStyleCnt="10">
        <dgm:presLayoutVars>
          <dgm:chMax val="0"/>
          <dgm:chPref val="0"/>
        </dgm:presLayoutVars>
      </dgm:prSet>
      <dgm:spPr/>
    </dgm:pt>
    <dgm:pt modelId="{40D1CE01-480F-4FCA-82A5-591DF4BCEF5F}" type="pres">
      <dgm:prSet presAssocID="{411C6806-FAA4-44E1-8C46-30ED2BA32E03}" presName="rootConnector" presStyleLbl="node4" presStyleIdx="0" presStyleCnt="0"/>
      <dgm:spPr/>
    </dgm:pt>
    <dgm:pt modelId="{75C91E83-58F6-4D07-9773-A178131385AD}" type="pres">
      <dgm:prSet presAssocID="{411C6806-FAA4-44E1-8C46-30ED2BA32E03}" presName="hierChild4" presStyleCnt="0"/>
      <dgm:spPr/>
    </dgm:pt>
    <dgm:pt modelId="{3A842232-45C7-4FA7-8553-1BEA3DB3DE28}" type="pres">
      <dgm:prSet presAssocID="{411C6806-FAA4-44E1-8C46-30ED2BA32E03}" presName="hierChild5" presStyleCnt="0"/>
      <dgm:spPr/>
    </dgm:pt>
    <dgm:pt modelId="{725A9C84-9175-4EEC-A566-15B9A1F10D9A}" type="pres">
      <dgm:prSet presAssocID="{3AA1692D-FE32-46FF-8181-E65301E27077}" presName="hierChild5" presStyleCnt="0"/>
      <dgm:spPr/>
    </dgm:pt>
    <dgm:pt modelId="{4670B04C-41AF-410E-BD69-A0D52A4EFFA4}" type="pres">
      <dgm:prSet presAssocID="{1CC10E3B-09A1-4E6B-87C9-A9C66B6DBB9F}" presName="hierChild5" presStyleCnt="0"/>
      <dgm:spPr/>
    </dgm:pt>
    <dgm:pt modelId="{B7D453B3-C181-4896-AFC2-793725BA6EE8}" type="pres">
      <dgm:prSet presAssocID="{F30C9C89-EE0F-4E90-A284-293EEFBEA59A}" presName="Name96" presStyleLbl="parChTrans1D4" presStyleIdx="5" presStyleCnt="9"/>
      <dgm:spPr/>
    </dgm:pt>
    <dgm:pt modelId="{0EAE7352-039E-40BC-A411-54E956AC9B1D}" type="pres">
      <dgm:prSet presAssocID="{66D17851-6230-4684-9D25-F1F1ADA95066}" presName="hierRoot3" presStyleCnt="0">
        <dgm:presLayoutVars>
          <dgm:hierBranch val="init"/>
        </dgm:presLayoutVars>
      </dgm:prSet>
      <dgm:spPr/>
    </dgm:pt>
    <dgm:pt modelId="{8920585D-E42B-48F9-B6A4-B200EA28C44F}" type="pres">
      <dgm:prSet presAssocID="{66D17851-6230-4684-9D25-F1F1ADA95066}" presName="rootComposite3" presStyleCnt="0"/>
      <dgm:spPr/>
    </dgm:pt>
    <dgm:pt modelId="{1E72BA1F-54A6-4518-A47E-10F555E8B9F1}" type="pres">
      <dgm:prSet presAssocID="{66D17851-6230-4684-9D25-F1F1ADA95066}" presName="rootText3" presStyleLbl="asst1" presStyleIdx="0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8529BB10-7E42-4E41-BDD6-A29793638C6C}" type="pres">
      <dgm:prSet presAssocID="{66D17851-6230-4684-9D25-F1F1ADA95066}" presName="titleText3" presStyleLbl="fgAcc2" presStyleIdx="0" presStyleCnt="3">
        <dgm:presLayoutVars>
          <dgm:chMax val="0"/>
          <dgm:chPref val="0"/>
        </dgm:presLayoutVars>
      </dgm:prSet>
      <dgm:spPr/>
    </dgm:pt>
    <dgm:pt modelId="{16D09216-4AD8-405C-B112-D298A99C5BA9}" type="pres">
      <dgm:prSet presAssocID="{66D17851-6230-4684-9D25-F1F1ADA95066}" presName="rootConnector3" presStyleLbl="asst4" presStyleIdx="0" presStyleCnt="0"/>
      <dgm:spPr/>
    </dgm:pt>
    <dgm:pt modelId="{C3DEFB6A-9B48-4B6A-A39F-9E4242242BFD}" type="pres">
      <dgm:prSet presAssocID="{66D17851-6230-4684-9D25-F1F1ADA95066}" presName="hierChild6" presStyleCnt="0"/>
      <dgm:spPr/>
    </dgm:pt>
    <dgm:pt modelId="{8D241DE0-8226-4D29-B698-3DAE007082C5}" type="pres">
      <dgm:prSet presAssocID="{66D17851-6230-4684-9D25-F1F1ADA95066}" presName="hierChild7" presStyleCnt="0"/>
      <dgm:spPr/>
    </dgm:pt>
    <dgm:pt modelId="{B4AD355E-73B4-406A-AA27-9E65544C1F3A}" type="pres">
      <dgm:prSet presAssocID="{CDB9FA47-7CA8-4831-B84C-4103CF9FD27D}" presName="Name37" presStyleLbl="parChTrans1D4" presStyleIdx="6" presStyleCnt="9"/>
      <dgm:spPr/>
    </dgm:pt>
    <dgm:pt modelId="{A9A89DBD-6A52-487B-8A3C-191ACA9D3C74}" type="pres">
      <dgm:prSet presAssocID="{53499405-35C5-45FF-9FA3-D762A2111F9F}" presName="hierRoot2" presStyleCnt="0">
        <dgm:presLayoutVars>
          <dgm:hierBranch val="init"/>
        </dgm:presLayoutVars>
      </dgm:prSet>
      <dgm:spPr/>
    </dgm:pt>
    <dgm:pt modelId="{08BFCEFF-0F8C-4E28-818B-B07C27046AD6}" type="pres">
      <dgm:prSet presAssocID="{53499405-35C5-45FF-9FA3-D762A2111F9F}" presName="rootComposite" presStyleCnt="0"/>
      <dgm:spPr/>
    </dgm:pt>
    <dgm:pt modelId="{212AE1D5-50B0-4F1C-8780-688C6B029D47}" type="pres">
      <dgm:prSet presAssocID="{53499405-35C5-45FF-9FA3-D762A2111F9F}" presName="rootText" presStyleLbl="node1" presStyleIdx="7" presStyleCnt="10">
        <dgm:presLayoutVars>
          <dgm:chMax/>
          <dgm:chPref val="3"/>
        </dgm:presLayoutVars>
      </dgm:prSet>
      <dgm:spPr/>
    </dgm:pt>
    <dgm:pt modelId="{54119D85-97C5-4BCE-861F-06FD77DC3F09}" type="pres">
      <dgm:prSet presAssocID="{53499405-35C5-45FF-9FA3-D762A2111F9F}" presName="titleText2" presStyleLbl="fgAcc1" presStyleIdx="7" presStyleCnt="10">
        <dgm:presLayoutVars>
          <dgm:chMax val="0"/>
          <dgm:chPref val="0"/>
        </dgm:presLayoutVars>
      </dgm:prSet>
      <dgm:spPr/>
    </dgm:pt>
    <dgm:pt modelId="{E5F10830-FDBF-496D-BCB5-ABA1723AD563}" type="pres">
      <dgm:prSet presAssocID="{53499405-35C5-45FF-9FA3-D762A2111F9F}" presName="rootConnector" presStyleLbl="node4" presStyleIdx="0" presStyleCnt="0"/>
      <dgm:spPr/>
    </dgm:pt>
    <dgm:pt modelId="{21B241C1-E708-4E5C-A188-C22447BF9192}" type="pres">
      <dgm:prSet presAssocID="{53499405-35C5-45FF-9FA3-D762A2111F9F}" presName="hierChild4" presStyleCnt="0"/>
      <dgm:spPr/>
    </dgm:pt>
    <dgm:pt modelId="{1B7891D9-B508-4E9D-95D7-E0A5822B9687}" type="pres">
      <dgm:prSet presAssocID="{63CBE9B3-EC89-4374-B160-8F43E3F8A011}" presName="Name37" presStyleLbl="parChTrans1D4" presStyleIdx="7" presStyleCnt="9"/>
      <dgm:spPr/>
    </dgm:pt>
    <dgm:pt modelId="{A2445E75-EFBA-4149-80FB-DD04796EC5EB}" type="pres">
      <dgm:prSet presAssocID="{2A3FA24F-CE1E-435C-AA9A-184B2DFE5ABE}" presName="hierRoot2" presStyleCnt="0">
        <dgm:presLayoutVars>
          <dgm:hierBranch val="init"/>
        </dgm:presLayoutVars>
      </dgm:prSet>
      <dgm:spPr/>
    </dgm:pt>
    <dgm:pt modelId="{4DE872EF-D247-49F9-8AAF-4B26EB256CC6}" type="pres">
      <dgm:prSet presAssocID="{2A3FA24F-CE1E-435C-AA9A-184B2DFE5ABE}" presName="rootComposite" presStyleCnt="0"/>
      <dgm:spPr/>
    </dgm:pt>
    <dgm:pt modelId="{4BCBD1DE-91A7-41DC-9BE0-181209F842FA}" type="pres">
      <dgm:prSet presAssocID="{2A3FA24F-CE1E-435C-AA9A-184B2DFE5ABE}" presName="rootText" presStyleLbl="node1" presStyleIdx="8" presStyleCnt="10">
        <dgm:presLayoutVars>
          <dgm:chMax/>
          <dgm:chPref val="3"/>
        </dgm:presLayoutVars>
      </dgm:prSet>
      <dgm:spPr/>
    </dgm:pt>
    <dgm:pt modelId="{D6F0082F-92A8-4B64-A499-25C397A7DDE0}" type="pres">
      <dgm:prSet presAssocID="{2A3FA24F-CE1E-435C-AA9A-184B2DFE5ABE}" presName="titleText2" presStyleLbl="fgAcc1" presStyleIdx="8" presStyleCnt="10">
        <dgm:presLayoutVars>
          <dgm:chMax val="0"/>
          <dgm:chPref val="0"/>
        </dgm:presLayoutVars>
      </dgm:prSet>
      <dgm:spPr/>
    </dgm:pt>
    <dgm:pt modelId="{F67A7DBE-4DEB-4BDD-925F-0DEC329AFB2D}" type="pres">
      <dgm:prSet presAssocID="{2A3FA24F-CE1E-435C-AA9A-184B2DFE5ABE}" presName="rootConnector" presStyleLbl="node4" presStyleIdx="0" presStyleCnt="0"/>
      <dgm:spPr/>
    </dgm:pt>
    <dgm:pt modelId="{A8B88084-7465-4520-A5F9-EF36134F4C17}" type="pres">
      <dgm:prSet presAssocID="{2A3FA24F-CE1E-435C-AA9A-184B2DFE5ABE}" presName="hierChild4" presStyleCnt="0"/>
      <dgm:spPr/>
    </dgm:pt>
    <dgm:pt modelId="{F97FE0D6-8165-41A9-A987-99551A114BFF}" type="pres">
      <dgm:prSet presAssocID="{2A3FA24F-CE1E-435C-AA9A-184B2DFE5ABE}" presName="hierChild5" presStyleCnt="0"/>
      <dgm:spPr/>
    </dgm:pt>
    <dgm:pt modelId="{0C4A9F3B-EB39-4800-9998-A646600A6CDB}" type="pres">
      <dgm:prSet presAssocID="{53499405-35C5-45FF-9FA3-D762A2111F9F}" presName="hierChild5" presStyleCnt="0"/>
      <dgm:spPr/>
    </dgm:pt>
    <dgm:pt modelId="{1287B400-7D9E-4E4A-9242-4621F065384A}" type="pres">
      <dgm:prSet presAssocID="{784622E7-42C4-4B0D-AF12-B98518C00FEE}" presName="hierChild5" presStyleCnt="0"/>
      <dgm:spPr/>
    </dgm:pt>
    <dgm:pt modelId="{26EFC9F6-5D43-415D-98F7-D4AD5DA820B0}" type="pres">
      <dgm:prSet presAssocID="{6CB7E76D-15D9-48FC-ADC6-505A58037B7B}" presName="Name37" presStyleLbl="parChTrans1D3" presStyleIdx="1" presStyleCnt="2"/>
      <dgm:spPr/>
    </dgm:pt>
    <dgm:pt modelId="{E7CD9722-CB4B-41F7-8311-D9423811F004}" type="pres">
      <dgm:prSet presAssocID="{1C1C9C75-D310-4DBF-A9C9-8E5C1E641D10}" presName="hierRoot2" presStyleCnt="0">
        <dgm:presLayoutVars>
          <dgm:hierBranch val="init"/>
        </dgm:presLayoutVars>
      </dgm:prSet>
      <dgm:spPr/>
    </dgm:pt>
    <dgm:pt modelId="{8330DF68-B55D-4A40-B8CD-42BD898C11DD}" type="pres">
      <dgm:prSet presAssocID="{1C1C9C75-D310-4DBF-A9C9-8E5C1E641D10}" presName="rootComposite" presStyleCnt="0"/>
      <dgm:spPr/>
    </dgm:pt>
    <dgm:pt modelId="{D8298B93-0896-4701-AD3D-75C161A7CF82}" type="pres">
      <dgm:prSet presAssocID="{1C1C9C75-D310-4DBF-A9C9-8E5C1E641D10}" presName="rootText" presStyleLbl="node1" presStyleIdx="9" presStyleCnt="10">
        <dgm:presLayoutVars>
          <dgm:chMax/>
          <dgm:chPref val="3"/>
        </dgm:presLayoutVars>
      </dgm:prSet>
      <dgm:spPr/>
    </dgm:pt>
    <dgm:pt modelId="{2AE2E234-BAA5-444C-964E-5F2975110F88}" type="pres">
      <dgm:prSet presAssocID="{1C1C9C75-D310-4DBF-A9C9-8E5C1E641D10}" presName="titleText2" presStyleLbl="fgAcc1" presStyleIdx="9" presStyleCnt="10">
        <dgm:presLayoutVars>
          <dgm:chMax val="0"/>
          <dgm:chPref val="0"/>
        </dgm:presLayoutVars>
      </dgm:prSet>
      <dgm:spPr/>
    </dgm:pt>
    <dgm:pt modelId="{5881D1F2-06AF-4BF4-8F21-230E95CC1CDB}" type="pres">
      <dgm:prSet presAssocID="{1C1C9C75-D310-4DBF-A9C9-8E5C1E641D10}" presName="rootConnector" presStyleLbl="node3" presStyleIdx="0" presStyleCnt="0"/>
      <dgm:spPr/>
    </dgm:pt>
    <dgm:pt modelId="{7052A496-663C-48CE-B9E9-2E545B26150E}" type="pres">
      <dgm:prSet presAssocID="{1C1C9C75-D310-4DBF-A9C9-8E5C1E641D10}" presName="hierChild4" presStyleCnt="0"/>
      <dgm:spPr/>
    </dgm:pt>
    <dgm:pt modelId="{2012A8E5-406C-47E2-8548-25FA69C45974}" type="pres">
      <dgm:prSet presAssocID="{1C1C9C75-D310-4DBF-A9C9-8E5C1E641D10}" presName="hierChild5" presStyleCnt="0"/>
      <dgm:spPr/>
    </dgm:pt>
    <dgm:pt modelId="{DE7B1AA2-5E90-4B4C-B129-8C3356F1FCCB}" type="pres">
      <dgm:prSet presAssocID="{E4C74B47-2C5F-4B0B-9041-3D5F7A65C4D1}" presName="Name96" presStyleLbl="parChTrans1D4" presStyleIdx="8" presStyleCnt="9"/>
      <dgm:spPr/>
    </dgm:pt>
    <dgm:pt modelId="{FE32CE52-7F14-419D-87B2-18A206C2E7B7}" type="pres">
      <dgm:prSet presAssocID="{2D454146-F105-4670-8D11-013FE4ECC2DD}" presName="hierRoot3" presStyleCnt="0">
        <dgm:presLayoutVars>
          <dgm:hierBranch val="init"/>
        </dgm:presLayoutVars>
      </dgm:prSet>
      <dgm:spPr/>
    </dgm:pt>
    <dgm:pt modelId="{B5B92410-BF74-4916-BC32-5A55997EFF95}" type="pres">
      <dgm:prSet presAssocID="{2D454146-F105-4670-8D11-013FE4ECC2DD}" presName="rootComposite3" presStyleCnt="0"/>
      <dgm:spPr/>
    </dgm:pt>
    <dgm:pt modelId="{B7A98EFD-DDEC-42A5-81A2-6EF3775D304F}" type="pres">
      <dgm:prSet presAssocID="{2D454146-F105-4670-8D11-013FE4ECC2DD}" presName="rootText3" presStyleLbl="asst1" presStyleIdx="1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C863FC41-9CC0-47E3-B036-D5A407FDC6EA}" type="pres">
      <dgm:prSet presAssocID="{2D454146-F105-4670-8D11-013FE4ECC2DD}" presName="titleText3" presStyleLbl="fgAcc2" presStyleIdx="1" presStyleCnt="3" custScaleX="110799" custScaleY="141195">
        <dgm:presLayoutVars>
          <dgm:chMax val="0"/>
          <dgm:chPref val="0"/>
        </dgm:presLayoutVars>
      </dgm:prSet>
      <dgm:spPr/>
    </dgm:pt>
    <dgm:pt modelId="{99D55B3D-06BA-4E6C-93E6-4F32AF6AE204}" type="pres">
      <dgm:prSet presAssocID="{2D454146-F105-4670-8D11-013FE4ECC2DD}" presName="rootConnector3" presStyleLbl="asst3" presStyleIdx="0" presStyleCnt="0"/>
      <dgm:spPr/>
    </dgm:pt>
    <dgm:pt modelId="{3789073A-D5E5-40C2-BB68-0764F3A4DA0E}" type="pres">
      <dgm:prSet presAssocID="{2D454146-F105-4670-8D11-013FE4ECC2DD}" presName="hierChild6" presStyleCnt="0"/>
      <dgm:spPr/>
    </dgm:pt>
    <dgm:pt modelId="{FB129C5D-D68E-4D69-B5AA-381AC627D9F9}" type="pres">
      <dgm:prSet presAssocID="{2D454146-F105-4670-8D11-013FE4ECC2DD}" presName="hierChild7" presStyleCnt="0"/>
      <dgm:spPr/>
    </dgm:pt>
    <dgm:pt modelId="{941F5B53-0F62-4115-805F-0C210A5590ED}" type="pres">
      <dgm:prSet presAssocID="{8D054978-4821-4C29-9B83-6387016DC041}" presName="hierChild5" presStyleCnt="0"/>
      <dgm:spPr/>
    </dgm:pt>
    <dgm:pt modelId="{95B4B463-99DB-4834-A8E4-B723690DE975}" type="pres">
      <dgm:prSet presAssocID="{63FE281E-FE8C-4F97-94AE-1635F0F8B8C1}" presName="hierChild3" presStyleCnt="0"/>
      <dgm:spPr/>
    </dgm:pt>
    <dgm:pt modelId="{0F659051-B79A-4905-A376-CEFBE0A7FF8F}" type="pres">
      <dgm:prSet presAssocID="{D4A28184-54C0-44E2-BA9C-C56D44953FDD}" presName="Name96" presStyleLbl="parChTrans1D2" presStyleIdx="1" presStyleCnt="2"/>
      <dgm:spPr/>
    </dgm:pt>
    <dgm:pt modelId="{0DD3F998-68DD-466E-91B8-61837C934556}" type="pres">
      <dgm:prSet presAssocID="{F03B3875-DE8D-4E69-ABBA-CCE2AC7D2659}" presName="hierRoot3" presStyleCnt="0">
        <dgm:presLayoutVars>
          <dgm:hierBranch val="init"/>
        </dgm:presLayoutVars>
      </dgm:prSet>
      <dgm:spPr/>
    </dgm:pt>
    <dgm:pt modelId="{350669A7-0C22-42E2-A113-B54A781BDCBD}" type="pres">
      <dgm:prSet presAssocID="{F03B3875-DE8D-4E69-ABBA-CCE2AC7D2659}" presName="rootComposite3" presStyleCnt="0"/>
      <dgm:spPr/>
    </dgm:pt>
    <dgm:pt modelId="{DBAD45AE-F910-4A9A-80A8-58F6082E3C35}" type="pres">
      <dgm:prSet presAssocID="{F03B3875-DE8D-4E69-ABBA-CCE2AC7D2659}" presName="rootText3" presStyleLbl="asst1" presStyleIdx="2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72BC5DE3-31AA-4CD3-ACF3-14CD23B04E62}" type="pres">
      <dgm:prSet presAssocID="{F03B3875-DE8D-4E69-ABBA-CCE2AC7D2659}" presName="titleText3" presStyleLbl="fgAcc2" presStyleIdx="2" presStyleCnt="3" custScaleX="112773" custScaleY="104580">
        <dgm:presLayoutVars>
          <dgm:chMax val="0"/>
          <dgm:chPref val="0"/>
        </dgm:presLayoutVars>
      </dgm:prSet>
      <dgm:spPr/>
    </dgm:pt>
    <dgm:pt modelId="{7C8FF3E9-C429-40BA-8D34-E98C0A2690EC}" type="pres">
      <dgm:prSet presAssocID="{F03B3875-DE8D-4E69-ABBA-CCE2AC7D2659}" presName="rootConnector3" presStyleLbl="asst1" presStyleIdx="2" presStyleCnt="3"/>
      <dgm:spPr/>
    </dgm:pt>
    <dgm:pt modelId="{676125C2-5C7D-44CF-AC99-807F02A43EF7}" type="pres">
      <dgm:prSet presAssocID="{F03B3875-DE8D-4E69-ABBA-CCE2AC7D2659}" presName="hierChild6" presStyleCnt="0"/>
      <dgm:spPr/>
    </dgm:pt>
    <dgm:pt modelId="{2FE8FA5A-7F28-48FF-BFD4-A4E5EC76BC8E}" type="pres">
      <dgm:prSet presAssocID="{F03B3875-DE8D-4E69-ABBA-CCE2AC7D2659}" presName="hierChild7" presStyleCnt="0"/>
      <dgm:spPr/>
    </dgm:pt>
  </dgm:ptLst>
  <dgm:cxnLst>
    <dgm:cxn modelId="{8F356300-0706-4632-93EC-2F57AB2D650B}" type="presOf" srcId="{C716A6FC-9B5D-4E4B-B73E-E85608CD2B51}" destId="{B47BF3AF-A4DC-4C9F-A3A7-183509652192}" srcOrd="0" destOrd="0" presId="urn:microsoft.com/office/officeart/2008/layout/NameandTitleOrganizationalChart"/>
    <dgm:cxn modelId="{DC464302-5808-47F7-9F8F-3D0A8090554B}" type="presOf" srcId="{F30C9C89-EE0F-4E90-A284-293EEFBEA59A}" destId="{B7D453B3-C181-4896-AFC2-793725BA6EE8}" srcOrd="0" destOrd="0" presId="urn:microsoft.com/office/officeart/2008/layout/NameandTitleOrganizationalChart"/>
    <dgm:cxn modelId="{77A57504-2DDA-4072-AC97-DE9B189AA071}" srcId="{14E66B4B-39D4-450B-988E-3BB7D54044E1}" destId="{63FE281E-FE8C-4F97-94AE-1635F0F8B8C1}" srcOrd="0" destOrd="0" parTransId="{59CD5BDE-A86E-4BB3-B513-AB03ED55AA87}" sibTransId="{9CF5D308-348D-4B33-A74E-D8E14E74B487}"/>
    <dgm:cxn modelId="{3F6D1512-11E4-4FA7-86CB-3339B50B4F3A}" type="presOf" srcId="{1CC10E3B-09A1-4E6B-87C9-A9C66B6DBB9F}" destId="{6FC4D57D-8EA0-4305-A419-BCA5FAA07FB9}" srcOrd="1" destOrd="0" presId="urn:microsoft.com/office/officeart/2008/layout/NameandTitleOrganizationalChart"/>
    <dgm:cxn modelId="{CE41E418-429F-46DA-9331-036F51E6C93D}" srcId="{784622E7-42C4-4B0D-AF12-B98518C00FEE}" destId="{AAA79A32-8198-466F-B666-8864800F676B}" srcOrd="0" destOrd="0" parTransId="{03C35B1D-4253-492F-85CA-F09D81EEB51C}" sibTransId="{8B52AFC6-F924-46EB-8EBD-ABC8F85710C1}"/>
    <dgm:cxn modelId="{12141F2B-947C-44E9-9CF1-AE44C2DE0FFE}" srcId="{63FE281E-FE8C-4F97-94AE-1635F0F8B8C1}" destId="{F03B3875-DE8D-4E69-ABBA-CCE2AC7D2659}" srcOrd="1" destOrd="0" parTransId="{D4A28184-54C0-44E2-BA9C-C56D44953FDD}" sibTransId="{7EE40755-F10C-4DED-BABF-70328027077A}"/>
    <dgm:cxn modelId="{9CDCB02D-C1C7-4144-99EA-F042A3923193}" type="presOf" srcId="{62DBE541-31E3-4B38-AB0D-0BED76D9D30B}" destId="{F2C1D632-F326-430D-9BC4-2A95FE0997FA}" srcOrd="0" destOrd="0" presId="urn:microsoft.com/office/officeart/2008/layout/NameandTitleOrganizationalChart"/>
    <dgm:cxn modelId="{27B6592F-8836-421C-B98A-7F6E05E39D3A}" type="presOf" srcId="{53499405-35C5-45FF-9FA3-D762A2111F9F}" destId="{212AE1D5-50B0-4F1C-8780-688C6B029D47}" srcOrd="0" destOrd="0" presId="urn:microsoft.com/office/officeart/2008/layout/NameandTitleOrganizationalChart"/>
    <dgm:cxn modelId="{39264C39-E915-489B-9C84-42C9F54F1C75}" type="presOf" srcId="{E4C74B47-2C5F-4B0B-9041-3D5F7A65C4D1}" destId="{DE7B1AA2-5E90-4B4C-B129-8C3356F1FCCB}" srcOrd="0" destOrd="0" presId="urn:microsoft.com/office/officeart/2008/layout/NameandTitleOrganizationalChart"/>
    <dgm:cxn modelId="{AFC64140-276C-4B90-A747-6B6B3213F48B}" type="presOf" srcId="{8D054978-4821-4C29-9B83-6387016DC041}" destId="{342CAB24-F743-4676-9982-A2C0490E6328}" srcOrd="0" destOrd="0" presId="urn:microsoft.com/office/officeart/2008/layout/NameandTitleOrganizationalChart"/>
    <dgm:cxn modelId="{6090195D-F7C1-48DA-869E-9C2B412D59A0}" type="presOf" srcId="{CDB9FA47-7CA8-4831-B84C-4103CF9FD27D}" destId="{B4AD355E-73B4-406A-AA27-9E65544C1F3A}" srcOrd="0" destOrd="0" presId="urn:microsoft.com/office/officeart/2008/layout/NameandTitleOrganizationalChart"/>
    <dgm:cxn modelId="{F276DA60-4D7D-4642-ABAD-1DD393C5D1CA}" type="presOf" srcId="{F8CE5D5D-BD19-459D-A35D-AF7CC9468551}" destId="{21DC5939-A2CB-4A7A-A06D-3D3234641035}" srcOrd="0" destOrd="0" presId="urn:microsoft.com/office/officeart/2008/layout/NameandTitleOrganizationalChart"/>
    <dgm:cxn modelId="{5E760461-1A18-445C-9687-44842E170F8C}" type="presOf" srcId="{D230F85F-4073-47DC-855B-7A4C8175EF94}" destId="{8C20FDD7-1CBE-4CF9-A034-0A91DD852146}" srcOrd="1" destOrd="0" presId="urn:microsoft.com/office/officeart/2008/layout/NameandTitleOrganizationalChart"/>
    <dgm:cxn modelId="{FD00B442-F7B7-46A7-8B85-D776A299908E}" type="presOf" srcId="{AAA79A32-8198-466F-B666-8864800F676B}" destId="{303ABD79-F1E8-4DDB-BBA0-AE0F3EABDF44}" srcOrd="1" destOrd="0" presId="urn:microsoft.com/office/officeart/2008/layout/NameandTitleOrganizationalChart"/>
    <dgm:cxn modelId="{6E640A64-3993-4E61-A474-A31E36F3436C}" type="presOf" srcId="{023606EF-53EE-499D-9B61-08FCC558FB4D}" destId="{54119D85-97C5-4BCE-861F-06FD77DC3F09}" srcOrd="0" destOrd="0" presId="urn:microsoft.com/office/officeart/2008/layout/NameandTitleOrganizationalChart"/>
    <dgm:cxn modelId="{1BEBEE44-B8A4-455A-92D1-C759CD320AB0}" type="presOf" srcId="{784622E7-42C4-4B0D-AF12-B98518C00FEE}" destId="{C84733E2-01F7-4BAC-8BE5-EC320FAB1E7C}" srcOrd="0" destOrd="0" presId="urn:microsoft.com/office/officeart/2008/layout/NameandTitleOrganizationalChart"/>
    <dgm:cxn modelId="{28B72D45-7CE9-4BF9-8BA7-D82CC1EB0631}" type="presOf" srcId="{4D8D6ADC-4DD9-42DA-8551-22323BE1ABDD}" destId="{55BADA59-0DD9-4328-8696-A3B06884F973}" srcOrd="0" destOrd="0" presId="urn:microsoft.com/office/officeart/2008/layout/NameandTitleOrganizationalChart"/>
    <dgm:cxn modelId="{1C630A69-B0A2-4A75-AD81-6D6F6DBF138C}" srcId="{1CC10E3B-09A1-4E6B-87C9-A9C66B6DBB9F}" destId="{66D17851-6230-4684-9D25-F1F1ADA95066}" srcOrd="1" destOrd="0" parTransId="{F30C9C89-EE0F-4E90-A284-293EEFBEA59A}" sibTransId="{4CB4AB5F-6C93-49A8-B353-9E298731CE54}"/>
    <dgm:cxn modelId="{BC8CB24A-1E1D-4AF4-99E2-A398C6DC715E}" type="presOf" srcId="{F03B3875-DE8D-4E69-ABBA-CCE2AC7D2659}" destId="{DBAD45AE-F910-4A9A-80A8-58F6082E3C35}" srcOrd="0" destOrd="0" presId="urn:microsoft.com/office/officeart/2008/layout/NameandTitleOrganizationalChart"/>
    <dgm:cxn modelId="{F05E476B-80C4-482F-9EFE-FBD267542EC3}" type="presOf" srcId="{2A3FA24F-CE1E-435C-AA9A-184B2DFE5ABE}" destId="{F67A7DBE-4DEB-4BDD-925F-0DEC329AFB2D}" srcOrd="1" destOrd="0" presId="urn:microsoft.com/office/officeart/2008/layout/NameandTitleOrganizationalChart"/>
    <dgm:cxn modelId="{ADDAC76C-BDBF-4B82-876E-F058D2C7D4B1}" type="presOf" srcId="{411C6806-FAA4-44E1-8C46-30ED2BA32E03}" destId="{C2455298-C897-4BB9-B6AB-AED1256C11A9}" srcOrd="0" destOrd="0" presId="urn:microsoft.com/office/officeart/2008/layout/NameandTitleOrganizationalChart"/>
    <dgm:cxn modelId="{6B0B184F-A880-4906-A8FE-D0F2B7DD4FD3}" type="presOf" srcId="{AAA79A32-8198-466F-B666-8864800F676B}" destId="{8ADD1576-9347-45B7-A2F1-2E83BDD564AF}" srcOrd="0" destOrd="0" presId="urn:microsoft.com/office/officeart/2008/layout/NameandTitleOrganizationalChart"/>
    <dgm:cxn modelId="{92E3FD70-D66B-4063-BACF-560362D17D64}" type="presOf" srcId="{478C0E84-BBAF-486A-90F8-D7A7DE5E6E7F}" destId="{C863FC41-9CC0-47E3-B036-D5A407FDC6EA}" srcOrd="0" destOrd="0" presId="urn:microsoft.com/office/officeart/2008/layout/NameandTitleOrganizationalChart"/>
    <dgm:cxn modelId="{51761053-7770-49CB-8849-4D4775075E75}" srcId="{8D054978-4821-4C29-9B83-6387016DC041}" destId="{1C1C9C75-D310-4DBF-A9C9-8E5C1E641D10}" srcOrd="1" destOrd="0" parTransId="{6CB7E76D-15D9-48FC-ADC6-505A58037B7B}" sibTransId="{C83E7969-40BD-485D-A9B0-488A8B1A262B}"/>
    <dgm:cxn modelId="{DDE4A276-517B-4F98-BDF3-A05EC88D8A01}" type="presOf" srcId="{64303472-7AFA-4078-833B-F9A32228728B}" destId="{FB5E5AAB-449F-4FF1-86C9-F5BB768C40DF}" srcOrd="0" destOrd="0" presId="urn:microsoft.com/office/officeart/2008/layout/NameandTitleOrganizationalChart"/>
    <dgm:cxn modelId="{A0445A57-1BC6-4A91-BF55-A47BE04A2D86}" type="presOf" srcId="{D9586AC3-AFA6-4DA1-BA24-A9A8263C8A78}" destId="{C2A244E6-CF4E-4B7D-81AF-06CF0C0DEDC4}" srcOrd="0" destOrd="0" presId="urn:microsoft.com/office/officeart/2008/layout/NameandTitleOrganizationalChart"/>
    <dgm:cxn modelId="{23D04859-EDD8-410A-AFA1-C1D729C5CA3F}" srcId="{1CC10E3B-09A1-4E6B-87C9-A9C66B6DBB9F}" destId="{3AA1692D-FE32-46FF-8181-E65301E27077}" srcOrd="0" destOrd="0" parTransId="{62DBE541-31E3-4B38-AB0D-0BED76D9D30B}" sibTransId="{D9586AC3-AFA6-4DA1-BA24-A9A8263C8A78}"/>
    <dgm:cxn modelId="{D65B2C5A-F48C-487E-97B5-67E69846D824}" type="presOf" srcId="{7EE40755-F10C-4DED-BABF-70328027077A}" destId="{72BC5DE3-31AA-4CD3-ACF3-14CD23B04E62}" srcOrd="0" destOrd="0" presId="urn:microsoft.com/office/officeart/2008/layout/NameandTitleOrganizationalChart"/>
    <dgm:cxn modelId="{66F51C7E-81AC-487F-8412-B0982D1A620B}" type="presOf" srcId="{D230F85F-4073-47DC-855B-7A4C8175EF94}" destId="{534305E7-9330-4FC3-BBAA-1EB01168EECC}" srcOrd="0" destOrd="0" presId="urn:microsoft.com/office/officeart/2008/layout/NameandTitleOrganizationalChart"/>
    <dgm:cxn modelId="{9A514B87-9FC0-4BC2-91B9-63E74FCBCB5C}" type="presOf" srcId="{3AC126A2-3617-4FD7-955D-448CC1DA2728}" destId="{95AE2914-8688-4A0E-8B2D-7BB12D917D6F}" srcOrd="0" destOrd="0" presId="urn:microsoft.com/office/officeart/2008/layout/NameandTitleOrganizationalChart"/>
    <dgm:cxn modelId="{2FEB5A89-CA07-443E-B9A8-7E899F08CD4E}" type="presOf" srcId="{81DAF880-A1F9-4DFA-95BE-665C6D02AF8E}" destId="{E4B322E1-3724-4FD2-B01C-7B40529CA6DB}" srcOrd="0" destOrd="0" presId="urn:microsoft.com/office/officeart/2008/layout/NameandTitleOrganizationalChart"/>
    <dgm:cxn modelId="{2FA7C18D-1250-44A2-9A84-EF859562D9BD}" type="presOf" srcId="{784622E7-42C4-4B0D-AF12-B98518C00FEE}" destId="{B69DE159-FD77-465B-AE19-309CA04382C0}" srcOrd="1" destOrd="0" presId="urn:microsoft.com/office/officeart/2008/layout/NameandTitleOrganizationalChart"/>
    <dgm:cxn modelId="{97347A90-007C-4C87-BFCB-8E64ACA418C0}" type="presOf" srcId="{03C35B1D-4253-492F-85CA-F09D81EEB51C}" destId="{48E1C12C-C5A5-4C05-A81A-2FC80DD3CD70}" srcOrd="0" destOrd="0" presId="urn:microsoft.com/office/officeart/2008/layout/NameandTitleOrganizationalChart"/>
    <dgm:cxn modelId="{89898995-490D-4C59-970F-239BDCC3951C}" type="presOf" srcId="{1C1C9C75-D310-4DBF-A9C9-8E5C1E641D10}" destId="{5881D1F2-06AF-4BF4-8F21-230E95CC1CDB}" srcOrd="1" destOrd="0" presId="urn:microsoft.com/office/officeart/2008/layout/NameandTitleOrganizationalChart"/>
    <dgm:cxn modelId="{BE572E98-74D8-496B-A68D-D77B1197A1D3}" type="presOf" srcId="{66D17851-6230-4684-9D25-F1F1ADA95066}" destId="{16D09216-4AD8-405C-B112-D298A99C5BA9}" srcOrd="1" destOrd="0" presId="urn:microsoft.com/office/officeart/2008/layout/NameandTitleOrganizationalChart"/>
    <dgm:cxn modelId="{5B0E1E9C-25C5-4304-9C14-E2B145403005}" type="presOf" srcId="{4CB4AB5F-6C93-49A8-B353-9E298731CE54}" destId="{8529BB10-7E42-4E41-BDD6-A29793638C6C}" srcOrd="0" destOrd="0" presId="urn:microsoft.com/office/officeart/2008/layout/NameandTitleOrganizationalChart"/>
    <dgm:cxn modelId="{54A2299E-F09D-4F04-BF85-2C8BB51B5CFD}" type="presOf" srcId="{1CC10E3B-09A1-4E6B-87C9-A9C66B6DBB9F}" destId="{1711939A-453B-41E3-863B-C20BE5B042BD}" srcOrd="0" destOrd="0" presId="urn:microsoft.com/office/officeart/2008/layout/NameandTitleOrganizationalChart"/>
    <dgm:cxn modelId="{EDE5F6A3-1B5E-4E11-AB49-FC056B3BB80C}" type="presOf" srcId="{8B52AFC6-F924-46EB-8EBD-ABC8F85710C1}" destId="{59C5172A-B9C8-41D4-91FD-85756ED4CAC4}" srcOrd="0" destOrd="0" presId="urn:microsoft.com/office/officeart/2008/layout/NameandTitleOrganizationalChart"/>
    <dgm:cxn modelId="{E4C6B0AB-0884-45ED-AC99-FA240B2687C0}" type="presOf" srcId="{DEF5A09C-651D-4564-8713-CF52C08D6399}" destId="{8F6FB9F7-A8A6-4347-849E-101A9E101216}" srcOrd="0" destOrd="0" presId="urn:microsoft.com/office/officeart/2008/layout/NameandTitleOrganizationalChart"/>
    <dgm:cxn modelId="{033467B4-4C22-460E-A040-17412CAA0A7A}" srcId="{784622E7-42C4-4B0D-AF12-B98518C00FEE}" destId="{53499405-35C5-45FF-9FA3-D762A2111F9F}" srcOrd="2" destOrd="0" parTransId="{CDB9FA47-7CA8-4831-B84C-4103CF9FD27D}" sibTransId="{023606EF-53EE-499D-9B61-08FCC558FB4D}"/>
    <dgm:cxn modelId="{383E5FBE-89DD-4649-9AA9-30E555B172B3}" type="presOf" srcId="{3AA1692D-FE32-46FF-8181-E65301E27077}" destId="{EB3154D7-3C26-4935-A28C-062A751E4D4A}" srcOrd="0" destOrd="0" presId="urn:microsoft.com/office/officeart/2008/layout/NameandTitleOrganizationalChart"/>
    <dgm:cxn modelId="{E1ACB6BF-C7E8-421F-8A16-25BD13406462}" srcId="{63FE281E-FE8C-4F97-94AE-1635F0F8B8C1}" destId="{8D054978-4821-4C29-9B83-6387016DC041}" srcOrd="0" destOrd="0" parTransId="{3AC126A2-3617-4FD7-955D-448CC1DA2728}" sibTransId="{C716A6FC-9B5D-4E4B-B73E-E85608CD2B51}"/>
    <dgm:cxn modelId="{E705AAC2-5569-4613-B925-1FA1061BB2E1}" type="presOf" srcId="{53499405-35C5-45FF-9FA3-D762A2111F9F}" destId="{E5F10830-FDBF-496D-BCB5-ABA1723AD563}" srcOrd="1" destOrd="0" presId="urn:microsoft.com/office/officeart/2008/layout/NameandTitleOrganizationalChart"/>
    <dgm:cxn modelId="{E2C704C3-D321-4987-8E49-FDA0C0A21FAD}" srcId="{53499405-35C5-45FF-9FA3-D762A2111F9F}" destId="{2A3FA24F-CE1E-435C-AA9A-184B2DFE5ABE}" srcOrd="0" destOrd="0" parTransId="{63CBE9B3-EC89-4374-B160-8F43E3F8A011}" sibTransId="{67394F39-3781-4744-B4D5-A0F40F900032}"/>
    <dgm:cxn modelId="{5ABCD9C3-2BCE-45E7-B3CA-DCA0A5CD92DD}" type="presOf" srcId="{438B1F09-5ED8-44FF-B9AD-A17F7D759D06}" destId="{2160A11C-C600-4835-9778-FC91848C6EEF}" srcOrd="0" destOrd="0" presId="urn:microsoft.com/office/officeart/2008/layout/NameandTitleOrganizationalChart"/>
    <dgm:cxn modelId="{B5A2D4C5-CA7F-4F1F-B5DE-A7F22719A063}" type="presOf" srcId="{F03B3875-DE8D-4E69-ABBA-CCE2AC7D2659}" destId="{7C8FF3E9-C429-40BA-8D34-E98C0A2690EC}" srcOrd="1" destOrd="0" presId="urn:microsoft.com/office/officeart/2008/layout/NameandTitleOrganizationalChart"/>
    <dgm:cxn modelId="{2230E3C8-643A-4F94-93C2-D28F585D20EB}" srcId="{8D054978-4821-4C29-9B83-6387016DC041}" destId="{784622E7-42C4-4B0D-AF12-B98518C00FEE}" srcOrd="0" destOrd="0" parTransId="{BE3C6CF9-F341-4EBF-AEBE-C81D8282FEC6}" sibTransId="{81DAF880-A1F9-4DFA-95BE-665C6D02AF8E}"/>
    <dgm:cxn modelId="{9E4245CA-187B-4649-8C31-574A66F176EF}" type="presOf" srcId="{3AA1692D-FE32-46FF-8181-E65301E27077}" destId="{DAC7ED98-99D8-4E3D-AA1A-C5DFCF23CFE8}" srcOrd="1" destOrd="0" presId="urn:microsoft.com/office/officeart/2008/layout/NameandTitleOrganizationalChart"/>
    <dgm:cxn modelId="{FA2E3BCE-C3AC-486A-B913-90E09680B3D6}" type="presOf" srcId="{2D454146-F105-4670-8D11-013FE4ECC2DD}" destId="{B7A98EFD-DDEC-42A5-81A2-6EF3775D304F}" srcOrd="0" destOrd="0" presId="urn:microsoft.com/office/officeart/2008/layout/NameandTitleOrganizationalChart"/>
    <dgm:cxn modelId="{63A477D1-B753-44AF-A5E7-921C87F9D7D7}" type="presOf" srcId="{2A3FA24F-CE1E-435C-AA9A-184B2DFE5ABE}" destId="{4BCBD1DE-91A7-41DC-9BE0-181209F842FA}" srcOrd="0" destOrd="0" presId="urn:microsoft.com/office/officeart/2008/layout/NameandTitleOrganizationalChart"/>
    <dgm:cxn modelId="{81337BD2-18B3-4950-B574-E53291A353BB}" type="presOf" srcId="{C83E7969-40BD-485D-A9B0-488A8B1A262B}" destId="{2AE2E234-BAA5-444C-964E-5F2975110F88}" srcOrd="0" destOrd="0" presId="urn:microsoft.com/office/officeart/2008/layout/NameandTitleOrganizationalChart"/>
    <dgm:cxn modelId="{626858D4-983F-4E97-A3D5-60F8BBB830AE}" type="presOf" srcId="{63CBE9B3-EC89-4374-B160-8F43E3F8A011}" destId="{1B7891D9-B508-4E9D-95D7-E0A5822B9687}" srcOrd="0" destOrd="0" presId="urn:microsoft.com/office/officeart/2008/layout/NameandTitleOrganizationalChart"/>
    <dgm:cxn modelId="{D6756DD5-E734-4968-BE3F-A52BB91E1B59}" type="presOf" srcId="{63FE281E-FE8C-4F97-94AE-1635F0F8B8C1}" destId="{33FD71D4-82E9-491B-BF71-0675059B7E9A}" srcOrd="0" destOrd="0" presId="urn:microsoft.com/office/officeart/2008/layout/NameandTitleOrganizationalChart"/>
    <dgm:cxn modelId="{4E7FDAD8-9F8F-4C4B-B2B6-E028C4AB699B}" type="presOf" srcId="{67394F39-3781-4744-B4D5-A0F40F900032}" destId="{D6F0082F-92A8-4B64-A499-25C397A7DDE0}" srcOrd="0" destOrd="0" presId="urn:microsoft.com/office/officeart/2008/layout/NameandTitleOrganizationalChart"/>
    <dgm:cxn modelId="{19F98BDB-C2B0-47A5-8C40-33DFB11C881B}" type="presOf" srcId="{237ACC16-F628-4356-B62B-D6A357C0C8BA}" destId="{F52333CA-6608-4D78-A484-D07BF83FF061}" srcOrd="0" destOrd="0" presId="urn:microsoft.com/office/officeart/2008/layout/NameandTitleOrganizationalChart"/>
    <dgm:cxn modelId="{ACB273DC-D328-4E55-B0A0-21187760FDC3}" srcId="{784622E7-42C4-4B0D-AF12-B98518C00FEE}" destId="{1CC10E3B-09A1-4E6B-87C9-A9C66B6DBB9F}" srcOrd="1" destOrd="0" parTransId="{64303472-7AFA-4078-833B-F9A32228728B}" sibTransId="{4D8D6ADC-4DD9-42DA-8551-22323BE1ABDD}"/>
    <dgm:cxn modelId="{5B3873DE-54E9-4D8A-A80F-6EAD33950572}" type="presOf" srcId="{14E66B4B-39D4-450B-988E-3BB7D54044E1}" destId="{AC31FCEF-50DB-43BF-A9C9-9755C0742D11}" srcOrd="0" destOrd="0" presId="urn:microsoft.com/office/officeart/2008/layout/NameandTitleOrganizationalChart"/>
    <dgm:cxn modelId="{2E61A3DE-CAFC-4909-BC45-7FF3EB9B4F45}" type="presOf" srcId="{411C6806-FAA4-44E1-8C46-30ED2BA32E03}" destId="{40D1CE01-480F-4FCA-82A5-591DF4BCEF5F}" srcOrd="1" destOrd="0" presId="urn:microsoft.com/office/officeart/2008/layout/NameandTitleOrganizationalChart"/>
    <dgm:cxn modelId="{76541FE0-A5D4-44FA-9241-E772BF308286}" type="presOf" srcId="{2D454146-F105-4670-8D11-013FE4ECC2DD}" destId="{99D55B3D-06BA-4E6C-93E6-4F32AF6AE204}" srcOrd="1" destOrd="0" presId="urn:microsoft.com/office/officeart/2008/layout/NameandTitleOrganizationalChart"/>
    <dgm:cxn modelId="{47BBA4E1-5B8B-424D-948C-352E32C3046A}" type="presOf" srcId="{63FE281E-FE8C-4F97-94AE-1635F0F8B8C1}" destId="{DD7561E8-4630-4F6B-88E6-FA95110603D7}" srcOrd="1" destOrd="0" presId="urn:microsoft.com/office/officeart/2008/layout/NameandTitleOrganizationalChart"/>
    <dgm:cxn modelId="{F6B4D3E6-8A59-4320-A9F3-AFF724273793}" type="presOf" srcId="{1C1C9C75-D310-4DBF-A9C9-8E5C1E641D10}" destId="{D8298B93-0896-4701-AD3D-75C161A7CF82}" srcOrd="0" destOrd="0" presId="urn:microsoft.com/office/officeart/2008/layout/NameandTitleOrganizationalChart"/>
    <dgm:cxn modelId="{195F90E9-8A65-4053-9CAA-085604F3F6AD}" type="presOf" srcId="{66D17851-6230-4684-9D25-F1F1ADA95066}" destId="{1E72BA1F-54A6-4518-A47E-10F555E8B9F1}" srcOrd="0" destOrd="0" presId="urn:microsoft.com/office/officeart/2008/layout/NameandTitleOrganizationalChart"/>
    <dgm:cxn modelId="{9B7929F1-58CF-4A66-BCEE-91A78468E748}" type="presOf" srcId="{8D054978-4821-4C29-9B83-6387016DC041}" destId="{67E6E90C-FC4D-4BEC-9DB7-E35F83B18F46}" srcOrd="1" destOrd="0" presId="urn:microsoft.com/office/officeart/2008/layout/NameandTitleOrganizationalChart"/>
    <dgm:cxn modelId="{9ABACBF1-CF02-49EB-862F-D760BDC17EA3}" type="presOf" srcId="{BE3C6CF9-F341-4EBF-AEBE-C81D8282FEC6}" destId="{A5808483-9826-4E43-ABBD-72620D75AF27}" srcOrd="0" destOrd="0" presId="urn:microsoft.com/office/officeart/2008/layout/NameandTitleOrganizationalChart"/>
    <dgm:cxn modelId="{F7FC1DF2-27A2-4ED2-ADE3-7ED4238E27D8}" srcId="{1C1C9C75-D310-4DBF-A9C9-8E5C1E641D10}" destId="{2D454146-F105-4670-8D11-013FE4ECC2DD}" srcOrd="0" destOrd="0" parTransId="{E4C74B47-2C5F-4B0B-9041-3D5F7A65C4D1}" sibTransId="{478C0E84-BBAF-486A-90F8-D7A7DE5E6E7F}"/>
    <dgm:cxn modelId="{85A5A3F4-2FC3-4DDF-A3E8-EF266413185D}" srcId="{3AA1692D-FE32-46FF-8181-E65301E27077}" destId="{D230F85F-4073-47DC-855B-7A4C8175EF94}" srcOrd="0" destOrd="0" parTransId="{DEF5A09C-651D-4564-8713-CF52C08D6399}" sibTransId="{F8CE5D5D-BD19-459D-A35D-AF7CC9468551}"/>
    <dgm:cxn modelId="{3D2B7FF7-269D-440D-B203-705BD9FB613B}" type="presOf" srcId="{9CF5D308-348D-4B33-A74E-D8E14E74B487}" destId="{9E02011A-C7A3-495F-9A37-67EA9BFED7CF}" srcOrd="0" destOrd="0" presId="urn:microsoft.com/office/officeart/2008/layout/NameandTitleOrganizationalChart"/>
    <dgm:cxn modelId="{F3D78BF8-2B13-4517-AC62-ED542B3624C7}" type="presOf" srcId="{D4A28184-54C0-44E2-BA9C-C56D44953FDD}" destId="{0F659051-B79A-4905-A376-CEFBE0A7FF8F}" srcOrd="0" destOrd="0" presId="urn:microsoft.com/office/officeart/2008/layout/NameandTitleOrganizationalChart"/>
    <dgm:cxn modelId="{06A261F9-A0A0-4750-B426-06146EB2DD3E}" type="presOf" srcId="{6CB7E76D-15D9-48FC-ADC6-505A58037B7B}" destId="{26EFC9F6-5D43-415D-98F7-D4AD5DA820B0}" srcOrd="0" destOrd="0" presId="urn:microsoft.com/office/officeart/2008/layout/NameandTitleOrganizationalChart"/>
    <dgm:cxn modelId="{971F08FE-5A75-47E6-A1F5-D66AC928B6B2}" srcId="{3AA1692D-FE32-46FF-8181-E65301E27077}" destId="{411C6806-FAA4-44E1-8C46-30ED2BA32E03}" srcOrd="1" destOrd="0" parTransId="{237ACC16-F628-4356-B62B-D6A357C0C8BA}" sibTransId="{438B1F09-5ED8-44FF-B9AD-A17F7D759D06}"/>
    <dgm:cxn modelId="{0D615E1C-CE71-4BCC-9E12-CFB597B33FFC}" type="presParOf" srcId="{AC31FCEF-50DB-43BF-A9C9-9755C0742D11}" destId="{2FA7415F-D347-4D7B-88B9-65AC7D08D416}" srcOrd="0" destOrd="0" presId="urn:microsoft.com/office/officeart/2008/layout/NameandTitleOrganizationalChart"/>
    <dgm:cxn modelId="{1204E8F9-9646-4442-8C98-D55BDEFC2E37}" type="presParOf" srcId="{2FA7415F-D347-4D7B-88B9-65AC7D08D416}" destId="{80EF7760-DDCB-4139-9FB2-7A0EA9150271}" srcOrd="0" destOrd="0" presId="urn:microsoft.com/office/officeart/2008/layout/NameandTitleOrganizationalChart"/>
    <dgm:cxn modelId="{7E2F69BF-753F-4EED-B5D6-66683ED7EA59}" type="presParOf" srcId="{80EF7760-DDCB-4139-9FB2-7A0EA9150271}" destId="{33FD71D4-82E9-491B-BF71-0675059B7E9A}" srcOrd="0" destOrd="0" presId="urn:microsoft.com/office/officeart/2008/layout/NameandTitleOrganizationalChart"/>
    <dgm:cxn modelId="{7A6BF6B7-5826-48F3-977F-CEDBBBE5DF8D}" type="presParOf" srcId="{80EF7760-DDCB-4139-9FB2-7A0EA9150271}" destId="{9E02011A-C7A3-495F-9A37-67EA9BFED7CF}" srcOrd="1" destOrd="0" presId="urn:microsoft.com/office/officeart/2008/layout/NameandTitleOrganizationalChart"/>
    <dgm:cxn modelId="{CD678107-EB51-4CE6-9C38-F6772B6DDA5E}" type="presParOf" srcId="{80EF7760-DDCB-4139-9FB2-7A0EA9150271}" destId="{DD7561E8-4630-4F6B-88E6-FA95110603D7}" srcOrd="2" destOrd="0" presId="urn:microsoft.com/office/officeart/2008/layout/NameandTitleOrganizationalChart"/>
    <dgm:cxn modelId="{1AEAC7E9-F33C-4101-AA55-03085E78BF76}" type="presParOf" srcId="{2FA7415F-D347-4D7B-88B9-65AC7D08D416}" destId="{C362912B-1A7C-4F65-84E0-704734859E63}" srcOrd="1" destOrd="0" presId="urn:microsoft.com/office/officeart/2008/layout/NameandTitleOrganizationalChart"/>
    <dgm:cxn modelId="{C07432BD-02B5-422C-B464-A9CAC56BEDB0}" type="presParOf" srcId="{C362912B-1A7C-4F65-84E0-704734859E63}" destId="{95AE2914-8688-4A0E-8B2D-7BB12D917D6F}" srcOrd="0" destOrd="0" presId="urn:microsoft.com/office/officeart/2008/layout/NameandTitleOrganizationalChart"/>
    <dgm:cxn modelId="{3E4F0843-DD6E-43A8-A552-BB3B2807A750}" type="presParOf" srcId="{C362912B-1A7C-4F65-84E0-704734859E63}" destId="{1CB16D39-0D8C-4C10-B145-4C729DDE4D90}" srcOrd="1" destOrd="0" presId="urn:microsoft.com/office/officeart/2008/layout/NameandTitleOrganizationalChart"/>
    <dgm:cxn modelId="{D5DB8A06-7BD7-491A-BDA7-53B7EBC5BAB6}" type="presParOf" srcId="{1CB16D39-0D8C-4C10-B145-4C729DDE4D90}" destId="{68BC22D0-55BD-482F-808D-9BDE9AF04C16}" srcOrd="0" destOrd="0" presId="urn:microsoft.com/office/officeart/2008/layout/NameandTitleOrganizationalChart"/>
    <dgm:cxn modelId="{DC8FA5EB-DE39-479E-A816-76C22B502858}" type="presParOf" srcId="{68BC22D0-55BD-482F-808D-9BDE9AF04C16}" destId="{342CAB24-F743-4676-9982-A2C0490E6328}" srcOrd="0" destOrd="0" presId="urn:microsoft.com/office/officeart/2008/layout/NameandTitleOrganizationalChart"/>
    <dgm:cxn modelId="{04E85BD1-D70F-4C55-B7C2-3613B44FFCC2}" type="presParOf" srcId="{68BC22D0-55BD-482F-808D-9BDE9AF04C16}" destId="{B47BF3AF-A4DC-4C9F-A3A7-183509652192}" srcOrd="1" destOrd="0" presId="urn:microsoft.com/office/officeart/2008/layout/NameandTitleOrganizationalChart"/>
    <dgm:cxn modelId="{3EDCEC9C-F7B0-4369-9FC0-CFD23BB6553F}" type="presParOf" srcId="{68BC22D0-55BD-482F-808D-9BDE9AF04C16}" destId="{67E6E90C-FC4D-4BEC-9DB7-E35F83B18F46}" srcOrd="2" destOrd="0" presId="urn:microsoft.com/office/officeart/2008/layout/NameandTitleOrganizationalChart"/>
    <dgm:cxn modelId="{AED3C3B4-967B-4E04-879B-DA965AD931E6}" type="presParOf" srcId="{1CB16D39-0D8C-4C10-B145-4C729DDE4D90}" destId="{25B42702-E68C-4EC4-9928-852BD9BC8147}" srcOrd="1" destOrd="0" presId="urn:microsoft.com/office/officeart/2008/layout/NameandTitleOrganizationalChart"/>
    <dgm:cxn modelId="{287A4C18-6DCD-4211-A1D4-ABF73B1FE699}" type="presParOf" srcId="{25B42702-E68C-4EC4-9928-852BD9BC8147}" destId="{A5808483-9826-4E43-ABBD-72620D75AF27}" srcOrd="0" destOrd="0" presId="urn:microsoft.com/office/officeart/2008/layout/NameandTitleOrganizationalChart"/>
    <dgm:cxn modelId="{4DAB01D9-550F-4521-8989-77CC6EC760A5}" type="presParOf" srcId="{25B42702-E68C-4EC4-9928-852BD9BC8147}" destId="{838E48F5-F447-421C-A882-342F9D2FD509}" srcOrd="1" destOrd="0" presId="urn:microsoft.com/office/officeart/2008/layout/NameandTitleOrganizationalChart"/>
    <dgm:cxn modelId="{41ED24E9-A0B9-4003-9B75-5A8F13AF127E}" type="presParOf" srcId="{838E48F5-F447-421C-A882-342F9D2FD509}" destId="{FE25CF57-1CEC-47B6-9658-D53064F95895}" srcOrd="0" destOrd="0" presId="urn:microsoft.com/office/officeart/2008/layout/NameandTitleOrganizationalChart"/>
    <dgm:cxn modelId="{155D76B6-468B-47E1-B185-A1C8E2DB79D6}" type="presParOf" srcId="{FE25CF57-1CEC-47B6-9658-D53064F95895}" destId="{C84733E2-01F7-4BAC-8BE5-EC320FAB1E7C}" srcOrd="0" destOrd="0" presId="urn:microsoft.com/office/officeart/2008/layout/NameandTitleOrganizationalChart"/>
    <dgm:cxn modelId="{96EA8B13-4C21-4B3A-836E-7BC85A2BC055}" type="presParOf" srcId="{FE25CF57-1CEC-47B6-9658-D53064F95895}" destId="{E4B322E1-3724-4FD2-B01C-7B40529CA6DB}" srcOrd="1" destOrd="0" presId="urn:microsoft.com/office/officeart/2008/layout/NameandTitleOrganizationalChart"/>
    <dgm:cxn modelId="{09B1A55C-24A7-454A-A61B-0A3A44283C5E}" type="presParOf" srcId="{FE25CF57-1CEC-47B6-9658-D53064F95895}" destId="{B69DE159-FD77-465B-AE19-309CA04382C0}" srcOrd="2" destOrd="0" presId="urn:microsoft.com/office/officeart/2008/layout/NameandTitleOrganizationalChart"/>
    <dgm:cxn modelId="{7B73C26F-7820-4652-AFD5-666E8B1121F4}" type="presParOf" srcId="{838E48F5-F447-421C-A882-342F9D2FD509}" destId="{B0F0EFB6-0763-4ED9-8A15-3DBB4D8086BE}" srcOrd="1" destOrd="0" presId="urn:microsoft.com/office/officeart/2008/layout/NameandTitleOrganizationalChart"/>
    <dgm:cxn modelId="{69175C48-03B3-4A42-AFC7-E6273D42CD9C}" type="presParOf" srcId="{B0F0EFB6-0763-4ED9-8A15-3DBB4D8086BE}" destId="{48E1C12C-C5A5-4C05-A81A-2FC80DD3CD70}" srcOrd="0" destOrd="0" presId="urn:microsoft.com/office/officeart/2008/layout/NameandTitleOrganizationalChart"/>
    <dgm:cxn modelId="{3231F2BA-8B46-4BD4-BDBB-39C409D32284}" type="presParOf" srcId="{B0F0EFB6-0763-4ED9-8A15-3DBB4D8086BE}" destId="{1DDDD2A9-A477-4412-AD57-1FB7A57CA8EA}" srcOrd="1" destOrd="0" presId="urn:microsoft.com/office/officeart/2008/layout/NameandTitleOrganizationalChart"/>
    <dgm:cxn modelId="{4158BB97-A43A-487E-A32B-FE2A3798B3B0}" type="presParOf" srcId="{1DDDD2A9-A477-4412-AD57-1FB7A57CA8EA}" destId="{4A5BCF59-BFD4-40C9-81C2-B76D92ECC16D}" srcOrd="0" destOrd="0" presId="urn:microsoft.com/office/officeart/2008/layout/NameandTitleOrganizationalChart"/>
    <dgm:cxn modelId="{8CF87C19-B40D-4C20-9CC5-90ABD356DE59}" type="presParOf" srcId="{4A5BCF59-BFD4-40C9-81C2-B76D92ECC16D}" destId="{8ADD1576-9347-45B7-A2F1-2E83BDD564AF}" srcOrd="0" destOrd="0" presId="urn:microsoft.com/office/officeart/2008/layout/NameandTitleOrganizationalChart"/>
    <dgm:cxn modelId="{02C6037F-943C-435D-AE06-FC292CB1A349}" type="presParOf" srcId="{4A5BCF59-BFD4-40C9-81C2-B76D92ECC16D}" destId="{59C5172A-B9C8-41D4-91FD-85756ED4CAC4}" srcOrd="1" destOrd="0" presId="urn:microsoft.com/office/officeart/2008/layout/NameandTitleOrganizationalChart"/>
    <dgm:cxn modelId="{B5B3C435-3219-42DC-8073-B090A058358C}" type="presParOf" srcId="{4A5BCF59-BFD4-40C9-81C2-B76D92ECC16D}" destId="{303ABD79-F1E8-4DDB-BBA0-AE0F3EABDF44}" srcOrd="2" destOrd="0" presId="urn:microsoft.com/office/officeart/2008/layout/NameandTitleOrganizationalChart"/>
    <dgm:cxn modelId="{5975E377-B4FA-4839-B78E-D90BD76924D8}" type="presParOf" srcId="{1DDDD2A9-A477-4412-AD57-1FB7A57CA8EA}" destId="{D8DEE825-9C52-48B7-9A3C-1BFED0867719}" srcOrd="1" destOrd="0" presId="urn:microsoft.com/office/officeart/2008/layout/NameandTitleOrganizationalChart"/>
    <dgm:cxn modelId="{D6967E10-7194-4480-A6A0-7A02E7EEED39}" type="presParOf" srcId="{1DDDD2A9-A477-4412-AD57-1FB7A57CA8EA}" destId="{6B9CE424-CAAD-4FE2-9347-37F0EBCD91EE}" srcOrd="2" destOrd="0" presId="urn:microsoft.com/office/officeart/2008/layout/NameandTitleOrganizationalChart"/>
    <dgm:cxn modelId="{86B9E863-5783-4129-9859-EFD488720812}" type="presParOf" srcId="{B0F0EFB6-0763-4ED9-8A15-3DBB4D8086BE}" destId="{FB5E5AAB-449F-4FF1-86C9-F5BB768C40DF}" srcOrd="2" destOrd="0" presId="urn:microsoft.com/office/officeart/2008/layout/NameandTitleOrganizationalChart"/>
    <dgm:cxn modelId="{1B8918F0-4294-4C7E-BB6B-ADB6BE3C1701}" type="presParOf" srcId="{B0F0EFB6-0763-4ED9-8A15-3DBB4D8086BE}" destId="{509E521C-75C7-4236-A526-558DE8706458}" srcOrd="3" destOrd="0" presId="urn:microsoft.com/office/officeart/2008/layout/NameandTitleOrganizationalChart"/>
    <dgm:cxn modelId="{D37196BA-CF63-4A13-8CD9-56FA2045DB64}" type="presParOf" srcId="{509E521C-75C7-4236-A526-558DE8706458}" destId="{2CF2C34B-E2DC-48A1-BA65-C5C4F6732EB2}" srcOrd="0" destOrd="0" presId="urn:microsoft.com/office/officeart/2008/layout/NameandTitleOrganizationalChart"/>
    <dgm:cxn modelId="{6E303CA7-CCFC-46FB-B5C6-E1E89F35CA4B}" type="presParOf" srcId="{2CF2C34B-E2DC-48A1-BA65-C5C4F6732EB2}" destId="{1711939A-453B-41E3-863B-C20BE5B042BD}" srcOrd="0" destOrd="0" presId="urn:microsoft.com/office/officeart/2008/layout/NameandTitleOrganizationalChart"/>
    <dgm:cxn modelId="{6E057A03-922A-4581-94EA-EC7463FF377E}" type="presParOf" srcId="{2CF2C34B-E2DC-48A1-BA65-C5C4F6732EB2}" destId="{55BADA59-0DD9-4328-8696-A3B06884F973}" srcOrd="1" destOrd="0" presId="urn:microsoft.com/office/officeart/2008/layout/NameandTitleOrganizationalChart"/>
    <dgm:cxn modelId="{709CCB51-CDAF-49F6-8582-A29F0EC3947B}" type="presParOf" srcId="{2CF2C34B-E2DC-48A1-BA65-C5C4F6732EB2}" destId="{6FC4D57D-8EA0-4305-A419-BCA5FAA07FB9}" srcOrd="2" destOrd="0" presId="urn:microsoft.com/office/officeart/2008/layout/NameandTitleOrganizationalChart"/>
    <dgm:cxn modelId="{5A4A9CA3-A8F2-4576-A32E-68ABAD3F3BF7}" type="presParOf" srcId="{509E521C-75C7-4236-A526-558DE8706458}" destId="{A7522FF8-C986-48E9-BC97-B0AC2A941A82}" srcOrd="1" destOrd="0" presId="urn:microsoft.com/office/officeart/2008/layout/NameandTitleOrganizationalChart"/>
    <dgm:cxn modelId="{96EE5194-88B8-46C2-83E1-51CB5B2FC8A2}" type="presParOf" srcId="{A7522FF8-C986-48E9-BC97-B0AC2A941A82}" destId="{F2C1D632-F326-430D-9BC4-2A95FE0997FA}" srcOrd="0" destOrd="0" presId="urn:microsoft.com/office/officeart/2008/layout/NameandTitleOrganizationalChart"/>
    <dgm:cxn modelId="{2426B257-9653-48BC-B113-0F2C920D43BD}" type="presParOf" srcId="{A7522FF8-C986-48E9-BC97-B0AC2A941A82}" destId="{2502EAB9-ADD7-4366-9F8A-D332C633D981}" srcOrd="1" destOrd="0" presId="urn:microsoft.com/office/officeart/2008/layout/NameandTitleOrganizationalChart"/>
    <dgm:cxn modelId="{9A153EB0-BED7-4849-B67C-A760AA2869DB}" type="presParOf" srcId="{2502EAB9-ADD7-4366-9F8A-D332C633D981}" destId="{8A55EB0D-7835-4C8D-8DD5-FD2FF05277D1}" srcOrd="0" destOrd="0" presId="urn:microsoft.com/office/officeart/2008/layout/NameandTitleOrganizationalChart"/>
    <dgm:cxn modelId="{D3BF0AC9-EE70-4950-935D-C399EDF90B10}" type="presParOf" srcId="{8A55EB0D-7835-4C8D-8DD5-FD2FF05277D1}" destId="{EB3154D7-3C26-4935-A28C-062A751E4D4A}" srcOrd="0" destOrd="0" presId="urn:microsoft.com/office/officeart/2008/layout/NameandTitleOrganizationalChart"/>
    <dgm:cxn modelId="{4C7FC8F5-85C0-4F42-A5DC-146A11E5E237}" type="presParOf" srcId="{8A55EB0D-7835-4C8D-8DD5-FD2FF05277D1}" destId="{C2A244E6-CF4E-4B7D-81AF-06CF0C0DEDC4}" srcOrd="1" destOrd="0" presId="urn:microsoft.com/office/officeart/2008/layout/NameandTitleOrganizationalChart"/>
    <dgm:cxn modelId="{2837C2C0-4255-4C3B-A9EB-F3111D87DE62}" type="presParOf" srcId="{8A55EB0D-7835-4C8D-8DD5-FD2FF05277D1}" destId="{DAC7ED98-99D8-4E3D-AA1A-C5DFCF23CFE8}" srcOrd="2" destOrd="0" presId="urn:microsoft.com/office/officeart/2008/layout/NameandTitleOrganizationalChart"/>
    <dgm:cxn modelId="{C4ABF0CF-6F58-4B57-B433-F29A0828F626}" type="presParOf" srcId="{2502EAB9-ADD7-4366-9F8A-D332C633D981}" destId="{702E054D-2124-40E7-921E-978915B798E6}" srcOrd="1" destOrd="0" presId="urn:microsoft.com/office/officeart/2008/layout/NameandTitleOrganizationalChart"/>
    <dgm:cxn modelId="{4E477B0A-8E03-44A4-9D85-BD0332FA186C}" type="presParOf" srcId="{702E054D-2124-40E7-921E-978915B798E6}" destId="{8F6FB9F7-A8A6-4347-849E-101A9E101216}" srcOrd="0" destOrd="0" presId="urn:microsoft.com/office/officeart/2008/layout/NameandTitleOrganizationalChart"/>
    <dgm:cxn modelId="{2F6DF6B7-F974-4645-8404-F0FF76405304}" type="presParOf" srcId="{702E054D-2124-40E7-921E-978915B798E6}" destId="{E4ED8984-0FA1-4F21-AACF-C4B9C507E8FA}" srcOrd="1" destOrd="0" presId="urn:microsoft.com/office/officeart/2008/layout/NameandTitleOrganizationalChart"/>
    <dgm:cxn modelId="{9D7DB802-AFBB-424B-BE5F-465EB91584E8}" type="presParOf" srcId="{E4ED8984-0FA1-4F21-AACF-C4B9C507E8FA}" destId="{AE9CDA93-03BE-4BD0-BA7B-2A9B29BBEB29}" srcOrd="0" destOrd="0" presId="urn:microsoft.com/office/officeart/2008/layout/NameandTitleOrganizationalChart"/>
    <dgm:cxn modelId="{586578CD-BB3A-4FE7-BB71-B3FF3FFA9DE6}" type="presParOf" srcId="{AE9CDA93-03BE-4BD0-BA7B-2A9B29BBEB29}" destId="{534305E7-9330-4FC3-BBAA-1EB01168EECC}" srcOrd="0" destOrd="0" presId="urn:microsoft.com/office/officeart/2008/layout/NameandTitleOrganizationalChart"/>
    <dgm:cxn modelId="{28359CE4-48AF-4B72-A82D-79581080775F}" type="presParOf" srcId="{AE9CDA93-03BE-4BD0-BA7B-2A9B29BBEB29}" destId="{21DC5939-A2CB-4A7A-A06D-3D3234641035}" srcOrd="1" destOrd="0" presId="urn:microsoft.com/office/officeart/2008/layout/NameandTitleOrganizationalChart"/>
    <dgm:cxn modelId="{30EAAB52-268D-4A67-8023-55F9497FC9D5}" type="presParOf" srcId="{AE9CDA93-03BE-4BD0-BA7B-2A9B29BBEB29}" destId="{8C20FDD7-1CBE-4CF9-A034-0A91DD852146}" srcOrd="2" destOrd="0" presId="urn:microsoft.com/office/officeart/2008/layout/NameandTitleOrganizationalChart"/>
    <dgm:cxn modelId="{F3C032F9-B8CE-4BDE-B2A3-51122B6D7087}" type="presParOf" srcId="{E4ED8984-0FA1-4F21-AACF-C4B9C507E8FA}" destId="{EECBC450-A890-494C-9B84-2BBA7B42D1C9}" srcOrd="1" destOrd="0" presId="urn:microsoft.com/office/officeart/2008/layout/NameandTitleOrganizationalChart"/>
    <dgm:cxn modelId="{DF48A548-451D-4F24-8D0D-F98856D6D7B0}" type="presParOf" srcId="{E4ED8984-0FA1-4F21-AACF-C4B9C507E8FA}" destId="{99DE43F4-C689-40F6-B49F-207CAF349AD5}" srcOrd="2" destOrd="0" presId="urn:microsoft.com/office/officeart/2008/layout/NameandTitleOrganizationalChart"/>
    <dgm:cxn modelId="{0758DCFA-992F-46EA-9736-5E5431EFDDB4}" type="presParOf" srcId="{702E054D-2124-40E7-921E-978915B798E6}" destId="{F52333CA-6608-4D78-A484-D07BF83FF061}" srcOrd="2" destOrd="0" presId="urn:microsoft.com/office/officeart/2008/layout/NameandTitleOrganizationalChart"/>
    <dgm:cxn modelId="{3123EC94-6B3F-4D1B-ADDC-B8E847A8287B}" type="presParOf" srcId="{702E054D-2124-40E7-921E-978915B798E6}" destId="{65E853E2-7A08-468A-84EB-E5D3EF357632}" srcOrd="3" destOrd="0" presId="urn:microsoft.com/office/officeart/2008/layout/NameandTitleOrganizationalChart"/>
    <dgm:cxn modelId="{076B4332-C385-4FAE-B4E8-A3C64D43DCA2}" type="presParOf" srcId="{65E853E2-7A08-468A-84EB-E5D3EF357632}" destId="{D0A43110-C3FD-457F-B803-573AC4259F65}" srcOrd="0" destOrd="0" presId="urn:microsoft.com/office/officeart/2008/layout/NameandTitleOrganizationalChart"/>
    <dgm:cxn modelId="{5D813AB3-7A83-46A5-BB06-28BD772A93A7}" type="presParOf" srcId="{D0A43110-C3FD-457F-B803-573AC4259F65}" destId="{C2455298-C897-4BB9-B6AB-AED1256C11A9}" srcOrd="0" destOrd="0" presId="urn:microsoft.com/office/officeart/2008/layout/NameandTitleOrganizationalChart"/>
    <dgm:cxn modelId="{95DE47B5-679F-4088-98F4-1304F074CFE4}" type="presParOf" srcId="{D0A43110-C3FD-457F-B803-573AC4259F65}" destId="{2160A11C-C600-4835-9778-FC91848C6EEF}" srcOrd="1" destOrd="0" presId="urn:microsoft.com/office/officeart/2008/layout/NameandTitleOrganizationalChart"/>
    <dgm:cxn modelId="{1DA9C5D6-6204-4437-86A1-4A7342815B6F}" type="presParOf" srcId="{D0A43110-C3FD-457F-B803-573AC4259F65}" destId="{40D1CE01-480F-4FCA-82A5-591DF4BCEF5F}" srcOrd="2" destOrd="0" presId="urn:microsoft.com/office/officeart/2008/layout/NameandTitleOrganizationalChart"/>
    <dgm:cxn modelId="{53D7582F-2A02-49A6-A4F0-A73CD8D717DF}" type="presParOf" srcId="{65E853E2-7A08-468A-84EB-E5D3EF357632}" destId="{75C91E83-58F6-4D07-9773-A178131385AD}" srcOrd="1" destOrd="0" presId="urn:microsoft.com/office/officeart/2008/layout/NameandTitleOrganizationalChart"/>
    <dgm:cxn modelId="{101F8C17-EDF2-42A2-A1A3-85A00E6B2F11}" type="presParOf" srcId="{65E853E2-7A08-468A-84EB-E5D3EF357632}" destId="{3A842232-45C7-4FA7-8553-1BEA3DB3DE28}" srcOrd="2" destOrd="0" presId="urn:microsoft.com/office/officeart/2008/layout/NameandTitleOrganizationalChart"/>
    <dgm:cxn modelId="{2E442F26-3272-4FE4-85CA-D26E37662142}" type="presParOf" srcId="{2502EAB9-ADD7-4366-9F8A-D332C633D981}" destId="{725A9C84-9175-4EEC-A566-15B9A1F10D9A}" srcOrd="2" destOrd="0" presId="urn:microsoft.com/office/officeart/2008/layout/NameandTitleOrganizationalChart"/>
    <dgm:cxn modelId="{949FA48D-A2B0-41AE-8FEC-5B691A2A238C}" type="presParOf" srcId="{509E521C-75C7-4236-A526-558DE8706458}" destId="{4670B04C-41AF-410E-BD69-A0D52A4EFFA4}" srcOrd="2" destOrd="0" presId="urn:microsoft.com/office/officeart/2008/layout/NameandTitleOrganizationalChart"/>
    <dgm:cxn modelId="{693F9C74-9727-4460-849E-B52F1D7E4E6C}" type="presParOf" srcId="{4670B04C-41AF-410E-BD69-A0D52A4EFFA4}" destId="{B7D453B3-C181-4896-AFC2-793725BA6EE8}" srcOrd="0" destOrd="0" presId="urn:microsoft.com/office/officeart/2008/layout/NameandTitleOrganizationalChart"/>
    <dgm:cxn modelId="{68972134-47E7-42BB-AA4A-34A4416B7188}" type="presParOf" srcId="{4670B04C-41AF-410E-BD69-A0D52A4EFFA4}" destId="{0EAE7352-039E-40BC-A411-54E956AC9B1D}" srcOrd="1" destOrd="0" presId="urn:microsoft.com/office/officeart/2008/layout/NameandTitleOrganizationalChart"/>
    <dgm:cxn modelId="{2C3B4F50-5900-47D9-9A22-1A3FFCFA0757}" type="presParOf" srcId="{0EAE7352-039E-40BC-A411-54E956AC9B1D}" destId="{8920585D-E42B-48F9-B6A4-B200EA28C44F}" srcOrd="0" destOrd="0" presId="urn:microsoft.com/office/officeart/2008/layout/NameandTitleOrganizationalChart"/>
    <dgm:cxn modelId="{E3AB4B96-443D-4FCC-A762-FD9F75794ADA}" type="presParOf" srcId="{8920585D-E42B-48F9-B6A4-B200EA28C44F}" destId="{1E72BA1F-54A6-4518-A47E-10F555E8B9F1}" srcOrd="0" destOrd="0" presId="urn:microsoft.com/office/officeart/2008/layout/NameandTitleOrganizationalChart"/>
    <dgm:cxn modelId="{53F92CC8-F2AD-44B5-B833-961AE377F9AC}" type="presParOf" srcId="{8920585D-E42B-48F9-B6A4-B200EA28C44F}" destId="{8529BB10-7E42-4E41-BDD6-A29793638C6C}" srcOrd="1" destOrd="0" presId="urn:microsoft.com/office/officeart/2008/layout/NameandTitleOrganizationalChart"/>
    <dgm:cxn modelId="{0EEB4B1F-1F55-473F-A209-8DD8DBE4B105}" type="presParOf" srcId="{8920585D-E42B-48F9-B6A4-B200EA28C44F}" destId="{16D09216-4AD8-405C-B112-D298A99C5BA9}" srcOrd="2" destOrd="0" presId="urn:microsoft.com/office/officeart/2008/layout/NameandTitleOrganizationalChart"/>
    <dgm:cxn modelId="{99F3057A-66F3-42CE-AAE9-366F65130B94}" type="presParOf" srcId="{0EAE7352-039E-40BC-A411-54E956AC9B1D}" destId="{C3DEFB6A-9B48-4B6A-A39F-9E4242242BFD}" srcOrd="1" destOrd="0" presId="urn:microsoft.com/office/officeart/2008/layout/NameandTitleOrganizationalChart"/>
    <dgm:cxn modelId="{25921904-ECCE-499B-A444-199E343201AD}" type="presParOf" srcId="{0EAE7352-039E-40BC-A411-54E956AC9B1D}" destId="{8D241DE0-8226-4D29-B698-3DAE007082C5}" srcOrd="2" destOrd="0" presId="urn:microsoft.com/office/officeart/2008/layout/NameandTitleOrganizationalChart"/>
    <dgm:cxn modelId="{CF3DD2ED-6640-4BFF-A55E-BB0209A78B48}" type="presParOf" srcId="{B0F0EFB6-0763-4ED9-8A15-3DBB4D8086BE}" destId="{B4AD355E-73B4-406A-AA27-9E65544C1F3A}" srcOrd="4" destOrd="0" presId="urn:microsoft.com/office/officeart/2008/layout/NameandTitleOrganizationalChart"/>
    <dgm:cxn modelId="{DEECD3EA-A9C2-463B-AF78-AF79BD58E6BD}" type="presParOf" srcId="{B0F0EFB6-0763-4ED9-8A15-3DBB4D8086BE}" destId="{A9A89DBD-6A52-487B-8A3C-191ACA9D3C74}" srcOrd="5" destOrd="0" presId="urn:microsoft.com/office/officeart/2008/layout/NameandTitleOrganizationalChart"/>
    <dgm:cxn modelId="{86A8B17E-84FC-417A-975B-1F85145A6117}" type="presParOf" srcId="{A9A89DBD-6A52-487B-8A3C-191ACA9D3C74}" destId="{08BFCEFF-0F8C-4E28-818B-B07C27046AD6}" srcOrd="0" destOrd="0" presId="urn:microsoft.com/office/officeart/2008/layout/NameandTitleOrganizationalChart"/>
    <dgm:cxn modelId="{B15AD370-68EC-45E7-8543-0D3562615774}" type="presParOf" srcId="{08BFCEFF-0F8C-4E28-818B-B07C27046AD6}" destId="{212AE1D5-50B0-4F1C-8780-688C6B029D47}" srcOrd="0" destOrd="0" presId="urn:microsoft.com/office/officeart/2008/layout/NameandTitleOrganizationalChart"/>
    <dgm:cxn modelId="{3F77917B-0FA3-45B8-A463-6F1312ED2B76}" type="presParOf" srcId="{08BFCEFF-0F8C-4E28-818B-B07C27046AD6}" destId="{54119D85-97C5-4BCE-861F-06FD77DC3F09}" srcOrd="1" destOrd="0" presId="urn:microsoft.com/office/officeart/2008/layout/NameandTitleOrganizationalChart"/>
    <dgm:cxn modelId="{4D47A65E-5088-4F14-AF0A-6932A66EFB24}" type="presParOf" srcId="{08BFCEFF-0F8C-4E28-818B-B07C27046AD6}" destId="{E5F10830-FDBF-496D-BCB5-ABA1723AD563}" srcOrd="2" destOrd="0" presId="urn:microsoft.com/office/officeart/2008/layout/NameandTitleOrganizationalChart"/>
    <dgm:cxn modelId="{9AD95A30-9B5A-4220-A7B2-6CFD0289412B}" type="presParOf" srcId="{A9A89DBD-6A52-487B-8A3C-191ACA9D3C74}" destId="{21B241C1-E708-4E5C-A188-C22447BF9192}" srcOrd="1" destOrd="0" presId="urn:microsoft.com/office/officeart/2008/layout/NameandTitleOrganizationalChart"/>
    <dgm:cxn modelId="{0A7C2B5E-344C-4C9E-B32E-2C9D1D7B3ECB}" type="presParOf" srcId="{21B241C1-E708-4E5C-A188-C22447BF9192}" destId="{1B7891D9-B508-4E9D-95D7-E0A5822B9687}" srcOrd="0" destOrd="0" presId="urn:microsoft.com/office/officeart/2008/layout/NameandTitleOrganizationalChart"/>
    <dgm:cxn modelId="{109F4F97-7420-4F89-9DEB-9B2A1223E7A4}" type="presParOf" srcId="{21B241C1-E708-4E5C-A188-C22447BF9192}" destId="{A2445E75-EFBA-4149-80FB-DD04796EC5EB}" srcOrd="1" destOrd="0" presId="urn:microsoft.com/office/officeart/2008/layout/NameandTitleOrganizationalChart"/>
    <dgm:cxn modelId="{261A2438-AF2A-4BD1-8EEF-D52A556CF030}" type="presParOf" srcId="{A2445E75-EFBA-4149-80FB-DD04796EC5EB}" destId="{4DE872EF-D247-49F9-8AAF-4B26EB256CC6}" srcOrd="0" destOrd="0" presId="urn:microsoft.com/office/officeart/2008/layout/NameandTitleOrganizationalChart"/>
    <dgm:cxn modelId="{C3E5F2FB-2A7C-4E38-9E89-3452982CC663}" type="presParOf" srcId="{4DE872EF-D247-49F9-8AAF-4B26EB256CC6}" destId="{4BCBD1DE-91A7-41DC-9BE0-181209F842FA}" srcOrd="0" destOrd="0" presId="urn:microsoft.com/office/officeart/2008/layout/NameandTitleOrganizationalChart"/>
    <dgm:cxn modelId="{959AF15C-B545-483A-84E9-129C25D4BAC7}" type="presParOf" srcId="{4DE872EF-D247-49F9-8AAF-4B26EB256CC6}" destId="{D6F0082F-92A8-4B64-A499-25C397A7DDE0}" srcOrd="1" destOrd="0" presId="urn:microsoft.com/office/officeart/2008/layout/NameandTitleOrganizationalChart"/>
    <dgm:cxn modelId="{A5C3F91D-036C-4DCD-8DCB-AA124B1797C5}" type="presParOf" srcId="{4DE872EF-D247-49F9-8AAF-4B26EB256CC6}" destId="{F67A7DBE-4DEB-4BDD-925F-0DEC329AFB2D}" srcOrd="2" destOrd="0" presId="urn:microsoft.com/office/officeart/2008/layout/NameandTitleOrganizationalChart"/>
    <dgm:cxn modelId="{383C6B56-EF50-4A47-8678-A77C71AF76E9}" type="presParOf" srcId="{A2445E75-EFBA-4149-80FB-DD04796EC5EB}" destId="{A8B88084-7465-4520-A5F9-EF36134F4C17}" srcOrd="1" destOrd="0" presId="urn:microsoft.com/office/officeart/2008/layout/NameandTitleOrganizationalChart"/>
    <dgm:cxn modelId="{79B6704E-4531-4272-B983-F14C0AAF982C}" type="presParOf" srcId="{A2445E75-EFBA-4149-80FB-DD04796EC5EB}" destId="{F97FE0D6-8165-41A9-A987-99551A114BFF}" srcOrd="2" destOrd="0" presId="urn:microsoft.com/office/officeart/2008/layout/NameandTitleOrganizationalChart"/>
    <dgm:cxn modelId="{00F8A63B-07EB-40F9-AB9D-86FBEDE5DA88}" type="presParOf" srcId="{A9A89DBD-6A52-487B-8A3C-191ACA9D3C74}" destId="{0C4A9F3B-EB39-4800-9998-A646600A6CDB}" srcOrd="2" destOrd="0" presId="urn:microsoft.com/office/officeart/2008/layout/NameandTitleOrganizationalChart"/>
    <dgm:cxn modelId="{6A7FAFE7-320B-4642-A7A8-5A09845B8E49}" type="presParOf" srcId="{838E48F5-F447-421C-A882-342F9D2FD509}" destId="{1287B400-7D9E-4E4A-9242-4621F065384A}" srcOrd="2" destOrd="0" presId="urn:microsoft.com/office/officeart/2008/layout/NameandTitleOrganizationalChart"/>
    <dgm:cxn modelId="{3F76E2E7-8B71-4E38-B44F-87C499A8D253}" type="presParOf" srcId="{25B42702-E68C-4EC4-9928-852BD9BC8147}" destId="{26EFC9F6-5D43-415D-98F7-D4AD5DA820B0}" srcOrd="2" destOrd="0" presId="urn:microsoft.com/office/officeart/2008/layout/NameandTitleOrganizationalChart"/>
    <dgm:cxn modelId="{3ECFDA8F-FBD2-429C-9AA6-EC26938CEAEF}" type="presParOf" srcId="{25B42702-E68C-4EC4-9928-852BD9BC8147}" destId="{E7CD9722-CB4B-41F7-8311-D9423811F004}" srcOrd="3" destOrd="0" presId="urn:microsoft.com/office/officeart/2008/layout/NameandTitleOrganizationalChart"/>
    <dgm:cxn modelId="{0403EDFD-F469-480C-8253-2AB0FFDAFDD1}" type="presParOf" srcId="{E7CD9722-CB4B-41F7-8311-D9423811F004}" destId="{8330DF68-B55D-4A40-B8CD-42BD898C11DD}" srcOrd="0" destOrd="0" presId="urn:microsoft.com/office/officeart/2008/layout/NameandTitleOrganizationalChart"/>
    <dgm:cxn modelId="{7D277EB5-5DB5-42DB-A30C-DDE4D9580019}" type="presParOf" srcId="{8330DF68-B55D-4A40-B8CD-42BD898C11DD}" destId="{D8298B93-0896-4701-AD3D-75C161A7CF82}" srcOrd="0" destOrd="0" presId="urn:microsoft.com/office/officeart/2008/layout/NameandTitleOrganizationalChart"/>
    <dgm:cxn modelId="{2AEFE85A-CCB0-4340-86A5-E71D815A962A}" type="presParOf" srcId="{8330DF68-B55D-4A40-B8CD-42BD898C11DD}" destId="{2AE2E234-BAA5-444C-964E-5F2975110F88}" srcOrd="1" destOrd="0" presId="urn:microsoft.com/office/officeart/2008/layout/NameandTitleOrganizationalChart"/>
    <dgm:cxn modelId="{E48D5402-DB2A-43F1-A55E-E43082E5B19F}" type="presParOf" srcId="{8330DF68-B55D-4A40-B8CD-42BD898C11DD}" destId="{5881D1F2-06AF-4BF4-8F21-230E95CC1CDB}" srcOrd="2" destOrd="0" presId="urn:microsoft.com/office/officeart/2008/layout/NameandTitleOrganizationalChart"/>
    <dgm:cxn modelId="{3888150C-7D46-42B8-9DE1-9A40DC1DB83D}" type="presParOf" srcId="{E7CD9722-CB4B-41F7-8311-D9423811F004}" destId="{7052A496-663C-48CE-B9E9-2E545B26150E}" srcOrd="1" destOrd="0" presId="urn:microsoft.com/office/officeart/2008/layout/NameandTitleOrganizationalChart"/>
    <dgm:cxn modelId="{F228E78E-ADF1-40B2-BE13-8E4566D8B45A}" type="presParOf" srcId="{E7CD9722-CB4B-41F7-8311-D9423811F004}" destId="{2012A8E5-406C-47E2-8548-25FA69C45974}" srcOrd="2" destOrd="0" presId="urn:microsoft.com/office/officeart/2008/layout/NameandTitleOrganizationalChart"/>
    <dgm:cxn modelId="{DF846867-4E85-44EB-874E-CC673DA6CA45}" type="presParOf" srcId="{2012A8E5-406C-47E2-8548-25FA69C45974}" destId="{DE7B1AA2-5E90-4B4C-B129-8C3356F1FCCB}" srcOrd="0" destOrd="0" presId="urn:microsoft.com/office/officeart/2008/layout/NameandTitleOrganizationalChart"/>
    <dgm:cxn modelId="{636BB75F-245D-4FCA-94A9-2E1C2DAB7FFD}" type="presParOf" srcId="{2012A8E5-406C-47E2-8548-25FA69C45974}" destId="{FE32CE52-7F14-419D-87B2-18A206C2E7B7}" srcOrd="1" destOrd="0" presId="urn:microsoft.com/office/officeart/2008/layout/NameandTitleOrganizationalChart"/>
    <dgm:cxn modelId="{967E447A-BDF3-436E-88F3-C1C4BD9EDDBB}" type="presParOf" srcId="{FE32CE52-7F14-419D-87B2-18A206C2E7B7}" destId="{B5B92410-BF74-4916-BC32-5A55997EFF95}" srcOrd="0" destOrd="0" presId="urn:microsoft.com/office/officeart/2008/layout/NameandTitleOrganizationalChart"/>
    <dgm:cxn modelId="{9257D317-857F-4333-B1AF-0A09207B5512}" type="presParOf" srcId="{B5B92410-BF74-4916-BC32-5A55997EFF95}" destId="{B7A98EFD-DDEC-42A5-81A2-6EF3775D304F}" srcOrd="0" destOrd="0" presId="urn:microsoft.com/office/officeart/2008/layout/NameandTitleOrganizationalChart"/>
    <dgm:cxn modelId="{FA76A0A5-EAAE-4311-8D77-79B954BB0FA2}" type="presParOf" srcId="{B5B92410-BF74-4916-BC32-5A55997EFF95}" destId="{C863FC41-9CC0-47E3-B036-D5A407FDC6EA}" srcOrd="1" destOrd="0" presId="urn:microsoft.com/office/officeart/2008/layout/NameandTitleOrganizationalChart"/>
    <dgm:cxn modelId="{37CE97A3-2C97-4D25-9271-537D3952216A}" type="presParOf" srcId="{B5B92410-BF74-4916-BC32-5A55997EFF95}" destId="{99D55B3D-06BA-4E6C-93E6-4F32AF6AE204}" srcOrd="2" destOrd="0" presId="urn:microsoft.com/office/officeart/2008/layout/NameandTitleOrganizationalChart"/>
    <dgm:cxn modelId="{BE348AF5-6597-4FAD-8D71-5C6086581369}" type="presParOf" srcId="{FE32CE52-7F14-419D-87B2-18A206C2E7B7}" destId="{3789073A-D5E5-40C2-BB68-0764F3A4DA0E}" srcOrd="1" destOrd="0" presId="urn:microsoft.com/office/officeart/2008/layout/NameandTitleOrganizationalChart"/>
    <dgm:cxn modelId="{F1FB8E47-2E0A-4463-83F9-63EFF1219205}" type="presParOf" srcId="{FE32CE52-7F14-419D-87B2-18A206C2E7B7}" destId="{FB129C5D-D68E-4D69-B5AA-381AC627D9F9}" srcOrd="2" destOrd="0" presId="urn:microsoft.com/office/officeart/2008/layout/NameandTitleOrganizationalChart"/>
    <dgm:cxn modelId="{DA5BD40D-A62D-408B-A47F-A450EBEDDA34}" type="presParOf" srcId="{1CB16D39-0D8C-4C10-B145-4C729DDE4D90}" destId="{941F5B53-0F62-4115-805F-0C210A5590ED}" srcOrd="2" destOrd="0" presId="urn:microsoft.com/office/officeart/2008/layout/NameandTitleOrganizationalChart"/>
    <dgm:cxn modelId="{D6E65B10-9E08-438E-B228-9E01210A05C9}" type="presParOf" srcId="{2FA7415F-D347-4D7B-88B9-65AC7D08D416}" destId="{95B4B463-99DB-4834-A8E4-B723690DE975}" srcOrd="2" destOrd="0" presId="urn:microsoft.com/office/officeart/2008/layout/NameandTitleOrganizationalChart"/>
    <dgm:cxn modelId="{B8689271-15F1-43BF-BCF9-640BBB571445}" type="presParOf" srcId="{95B4B463-99DB-4834-A8E4-B723690DE975}" destId="{0F659051-B79A-4905-A376-CEFBE0A7FF8F}" srcOrd="0" destOrd="0" presId="urn:microsoft.com/office/officeart/2008/layout/NameandTitleOrganizationalChart"/>
    <dgm:cxn modelId="{7533F8CE-15E2-4BC5-9D54-0E95E1AB72F5}" type="presParOf" srcId="{95B4B463-99DB-4834-A8E4-B723690DE975}" destId="{0DD3F998-68DD-466E-91B8-61837C934556}" srcOrd="1" destOrd="0" presId="urn:microsoft.com/office/officeart/2008/layout/NameandTitleOrganizationalChart"/>
    <dgm:cxn modelId="{64FDA1CA-389E-44ED-B614-76021E754C64}" type="presParOf" srcId="{0DD3F998-68DD-466E-91B8-61837C934556}" destId="{350669A7-0C22-42E2-A113-B54A781BDCBD}" srcOrd="0" destOrd="0" presId="urn:microsoft.com/office/officeart/2008/layout/NameandTitleOrganizationalChart"/>
    <dgm:cxn modelId="{BC99C9D8-0574-4835-B5A9-85F5CB0E49D7}" type="presParOf" srcId="{350669A7-0C22-42E2-A113-B54A781BDCBD}" destId="{DBAD45AE-F910-4A9A-80A8-58F6082E3C35}" srcOrd="0" destOrd="0" presId="urn:microsoft.com/office/officeart/2008/layout/NameandTitleOrganizationalChart"/>
    <dgm:cxn modelId="{F7E2F031-E1E7-48DE-B8EE-79071A3B3305}" type="presParOf" srcId="{350669A7-0C22-42E2-A113-B54A781BDCBD}" destId="{72BC5DE3-31AA-4CD3-ACF3-14CD23B04E62}" srcOrd="1" destOrd="0" presId="urn:microsoft.com/office/officeart/2008/layout/NameandTitleOrganizationalChart"/>
    <dgm:cxn modelId="{165797D4-C47C-4B7F-B49F-ABA312F7BA42}" type="presParOf" srcId="{350669A7-0C22-42E2-A113-B54A781BDCBD}" destId="{7C8FF3E9-C429-40BA-8D34-E98C0A2690EC}" srcOrd="2" destOrd="0" presId="urn:microsoft.com/office/officeart/2008/layout/NameandTitleOrganizationalChart"/>
    <dgm:cxn modelId="{142E908D-B9A8-4F38-BD45-9710B79D0A6F}" type="presParOf" srcId="{0DD3F998-68DD-466E-91B8-61837C934556}" destId="{676125C2-5C7D-44CF-AC99-807F02A43EF7}" srcOrd="1" destOrd="0" presId="urn:microsoft.com/office/officeart/2008/layout/NameandTitleOrganizationalChart"/>
    <dgm:cxn modelId="{0E51A586-0F2D-45B9-8C7C-C69302777024}" type="presParOf" srcId="{0DD3F998-68DD-466E-91B8-61837C934556}" destId="{2FE8FA5A-7F28-48FF-BFD4-A4E5EC76BC8E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59051-B79A-4905-A376-CEFBE0A7FF8F}">
      <dsp:nvSpPr>
        <dsp:cNvPr id="0" name=""/>
        <dsp:cNvSpPr/>
      </dsp:nvSpPr>
      <dsp:spPr>
        <a:xfrm>
          <a:off x="4492308" y="560551"/>
          <a:ext cx="246497" cy="602536"/>
        </a:xfrm>
        <a:custGeom>
          <a:avLst/>
          <a:gdLst/>
          <a:ahLst/>
          <a:cxnLst/>
          <a:rect l="0" t="0" r="0" b="0"/>
          <a:pathLst>
            <a:path>
              <a:moveTo>
                <a:pt x="246497" y="0"/>
              </a:moveTo>
              <a:lnTo>
                <a:pt x="246497" y="602536"/>
              </a:lnTo>
              <a:lnTo>
                <a:pt x="0" y="60253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B1AA2-5E90-4B4C-B129-8C3356F1FCCB}">
      <dsp:nvSpPr>
        <dsp:cNvPr id="0" name=""/>
        <dsp:cNvSpPr/>
      </dsp:nvSpPr>
      <dsp:spPr>
        <a:xfrm>
          <a:off x="6483661" y="3477643"/>
          <a:ext cx="236905" cy="602536"/>
        </a:xfrm>
        <a:custGeom>
          <a:avLst/>
          <a:gdLst/>
          <a:ahLst/>
          <a:cxnLst/>
          <a:rect l="0" t="0" r="0" b="0"/>
          <a:pathLst>
            <a:path>
              <a:moveTo>
                <a:pt x="236905" y="0"/>
              </a:moveTo>
              <a:lnTo>
                <a:pt x="236905" y="602536"/>
              </a:lnTo>
              <a:lnTo>
                <a:pt x="0" y="60253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FC9F6-5D43-415D-98F7-D4AD5DA820B0}">
      <dsp:nvSpPr>
        <dsp:cNvPr id="0" name=""/>
        <dsp:cNvSpPr/>
      </dsp:nvSpPr>
      <dsp:spPr>
        <a:xfrm>
          <a:off x="4736030" y="2657697"/>
          <a:ext cx="1984536" cy="2608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445"/>
              </a:lnTo>
              <a:lnTo>
                <a:pt x="1984536" y="130445"/>
              </a:lnTo>
              <a:lnTo>
                <a:pt x="1984536" y="26089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891D9-B508-4E9D-95D7-E0A5822B9687}">
      <dsp:nvSpPr>
        <dsp:cNvPr id="0" name=""/>
        <dsp:cNvSpPr/>
      </dsp:nvSpPr>
      <dsp:spPr>
        <a:xfrm>
          <a:off x="4557402" y="4672721"/>
          <a:ext cx="91440" cy="3230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30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D355E-73B4-406A-AA27-9E65544C1F3A}">
      <dsp:nvSpPr>
        <dsp:cNvPr id="0" name=""/>
        <dsp:cNvSpPr/>
      </dsp:nvSpPr>
      <dsp:spPr>
        <a:xfrm>
          <a:off x="3155936" y="3842572"/>
          <a:ext cx="1447186" cy="2710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648"/>
              </a:lnTo>
              <a:lnTo>
                <a:pt x="1447186" y="140648"/>
              </a:lnTo>
              <a:lnTo>
                <a:pt x="1447186" y="27109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D453B3-C181-4896-AFC2-793725BA6EE8}">
      <dsp:nvSpPr>
        <dsp:cNvPr id="0" name=""/>
        <dsp:cNvSpPr/>
      </dsp:nvSpPr>
      <dsp:spPr>
        <a:xfrm>
          <a:off x="2970055" y="4672721"/>
          <a:ext cx="184434" cy="602536"/>
        </a:xfrm>
        <a:custGeom>
          <a:avLst/>
          <a:gdLst/>
          <a:ahLst/>
          <a:cxnLst/>
          <a:rect l="0" t="0" r="0" b="0"/>
          <a:pathLst>
            <a:path>
              <a:moveTo>
                <a:pt x="184434" y="0"/>
              </a:moveTo>
              <a:lnTo>
                <a:pt x="184434" y="602536"/>
              </a:lnTo>
              <a:lnTo>
                <a:pt x="0" y="602536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2333CA-6608-4D78-A484-D07BF83FF061}">
      <dsp:nvSpPr>
        <dsp:cNvPr id="0" name=""/>
        <dsp:cNvSpPr/>
      </dsp:nvSpPr>
      <dsp:spPr>
        <a:xfrm>
          <a:off x="3151714" y="6711248"/>
          <a:ext cx="727091" cy="2608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445"/>
              </a:lnTo>
              <a:lnTo>
                <a:pt x="727091" y="130445"/>
              </a:lnTo>
              <a:lnTo>
                <a:pt x="727091" y="26089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FB9F7-A8A6-4347-849E-101A9E101216}">
      <dsp:nvSpPr>
        <dsp:cNvPr id="0" name=""/>
        <dsp:cNvSpPr/>
      </dsp:nvSpPr>
      <dsp:spPr>
        <a:xfrm>
          <a:off x="2430172" y="6711248"/>
          <a:ext cx="721541" cy="260891"/>
        </a:xfrm>
        <a:custGeom>
          <a:avLst/>
          <a:gdLst/>
          <a:ahLst/>
          <a:cxnLst/>
          <a:rect l="0" t="0" r="0" b="0"/>
          <a:pathLst>
            <a:path>
              <a:moveTo>
                <a:pt x="721541" y="0"/>
              </a:moveTo>
              <a:lnTo>
                <a:pt x="721541" y="130445"/>
              </a:lnTo>
              <a:lnTo>
                <a:pt x="0" y="130445"/>
              </a:lnTo>
              <a:lnTo>
                <a:pt x="0" y="26089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1D632-F326-430D-9BC4-2A95FE0997FA}">
      <dsp:nvSpPr>
        <dsp:cNvPr id="0" name=""/>
        <dsp:cNvSpPr/>
      </dsp:nvSpPr>
      <dsp:spPr>
        <a:xfrm>
          <a:off x="3105994" y="4672721"/>
          <a:ext cx="91440" cy="1205072"/>
        </a:xfrm>
        <a:custGeom>
          <a:avLst/>
          <a:gdLst/>
          <a:ahLst/>
          <a:cxnLst/>
          <a:rect l="0" t="0" r="0" b="0"/>
          <a:pathLst>
            <a:path>
              <a:moveTo>
                <a:pt x="48494" y="0"/>
              </a:moveTo>
              <a:lnTo>
                <a:pt x="48494" y="1074626"/>
              </a:lnTo>
              <a:lnTo>
                <a:pt x="45720" y="1074626"/>
              </a:lnTo>
              <a:lnTo>
                <a:pt x="45720" y="120507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5E5AAB-449F-4FF1-86C9-F5BB768C40DF}">
      <dsp:nvSpPr>
        <dsp:cNvPr id="0" name=""/>
        <dsp:cNvSpPr/>
      </dsp:nvSpPr>
      <dsp:spPr>
        <a:xfrm>
          <a:off x="3108769" y="3842572"/>
          <a:ext cx="91440" cy="271094"/>
        </a:xfrm>
        <a:custGeom>
          <a:avLst/>
          <a:gdLst/>
          <a:ahLst/>
          <a:cxnLst/>
          <a:rect l="0" t="0" r="0" b="0"/>
          <a:pathLst>
            <a:path>
              <a:moveTo>
                <a:pt x="47166" y="0"/>
              </a:moveTo>
              <a:lnTo>
                <a:pt x="47166" y="140648"/>
              </a:lnTo>
              <a:lnTo>
                <a:pt x="45720" y="140648"/>
              </a:lnTo>
              <a:lnTo>
                <a:pt x="45720" y="27109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E1C12C-C5A5-4C05-A81A-2FC80DD3CD70}">
      <dsp:nvSpPr>
        <dsp:cNvPr id="0" name=""/>
        <dsp:cNvSpPr/>
      </dsp:nvSpPr>
      <dsp:spPr>
        <a:xfrm>
          <a:off x="1705856" y="3842572"/>
          <a:ext cx="1450079" cy="271094"/>
        </a:xfrm>
        <a:custGeom>
          <a:avLst/>
          <a:gdLst/>
          <a:ahLst/>
          <a:cxnLst/>
          <a:rect l="0" t="0" r="0" b="0"/>
          <a:pathLst>
            <a:path>
              <a:moveTo>
                <a:pt x="1450079" y="0"/>
              </a:moveTo>
              <a:lnTo>
                <a:pt x="1450079" y="140648"/>
              </a:lnTo>
              <a:lnTo>
                <a:pt x="0" y="140648"/>
              </a:lnTo>
              <a:lnTo>
                <a:pt x="0" y="27109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08483-9826-4E43-ABBD-72620D75AF27}">
      <dsp:nvSpPr>
        <dsp:cNvPr id="0" name=""/>
        <dsp:cNvSpPr/>
      </dsp:nvSpPr>
      <dsp:spPr>
        <a:xfrm>
          <a:off x="3155936" y="2657697"/>
          <a:ext cx="1580094" cy="250689"/>
        </a:xfrm>
        <a:custGeom>
          <a:avLst/>
          <a:gdLst/>
          <a:ahLst/>
          <a:cxnLst/>
          <a:rect l="0" t="0" r="0" b="0"/>
          <a:pathLst>
            <a:path>
              <a:moveTo>
                <a:pt x="1580094" y="0"/>
              </a:moveTo>
              <a:lnTo>
                <a:pt x="1580094" y="120243"/>
              </a:lnTo>
              <a:lnTo>
                <a:pt x="0" y="120243"/>
              </a:lnTo>
              <a:lnTo>
                <a:pt x="0" y="25068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E2914-8688-4A0E-8B2D-7BB12D917D6F}">
      <dsp:nvSpPr>
        <dsp:cNvPr id="0" name=""/>
        <dsp:cNvSpPr/>
      </dsp:nvSpPr>
      <dsp:spPr>
        <a:xfrm>
          <a:off x="4690310" y="560551"/>
          <a:ext cx="91440" cy="1209339"/>
        </a:xfrm>
        <a:custGeom>
          <a:avLst/>
          <a:gdLst/>
          <a:ahLst/>
          <a:cxnLst/>
          <a:rect l="0" t="0" r="0" b="0"/>
          <a:pathLst>
            <a:path>
              <a:moveTo>
                <a:pt x="48494" y="0"/>
              </a:moveTo>
              <a:lnTo>
                <a:pt x="48494" y="1078893"/>
              </a:lnTo>
              <a:lnTo>
                <a:pt x="45720" y="1078893"/>
              </a:lnTo>
              <a:lnTo>
                <a:pt x="45720" y="120933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FD71D4-82E9-491B-BF71-0675059B7E9A}">
      <dsp:nvSpPr>
        <dsp:cNvPr id="0" name=""/>
        <dsp:cNvSpPr/>
      </dsp:nvSpPr>
      <dsp:spPr>
        <a:xfrm>
          <a:off x="4198923" y="1497"/>
          <a:ext cx="1079764" cy="5590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Input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198923" y="1497"/>
        <a:ext cx="1079764" cy="559054"/>
      </dsp:txXfrm>
    </dsp:sp>
    <dsp:sp modelId="{9E02011A-C7A3-495F-9A37-67EA9BFED7CF}">
      <dsp:nvSpPr>
        <dsp:cNvPr id="0" name=""/>
        <dsp:cNvSpPr/>
      </dsp:nvSpPr>
      <dsp:spPr>
        <a:xfrm>
          <a:off x="4414876" y="436317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414876" y="436317"/>
        <a:ext cx="971788" cy="186351"/>
      </dsp:txXfrm>
    </dsp:sp>
    <dsp:sp modelId="{342CAB24-F743-4676-9982-A2C0490E6328}">
      <dsp:nvSpPr>
        <dsp:cNvPr id="0" name=""/>
        <dsp:cNvSpPr/>
      </dsp:nvSpPr>
      <dsp:spPr>
        <a:xfrm>
          <a:off x="3811563" y="1769891"/>
          <a:ext cx="1848934" cy="887806"/>
        </a:xfrm>
        <a:prstGeom prst="diamond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Validation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273797" y="1991843"/>
        <a:ext cx="924467" cy="443903"/>
      </dsp:txXfrm>
    </dsp:sp>
    <dsp:sp modelId="{B47BF3AF-A4DC-4C9F-A3A7-183509652192}">
      <dsp:nvSpPr>
        <dsp:cNvPr id="0" name=""/>
        <dsp:cNvSpPr/>
      </dsp:nvSpPr>
      <dsp:spPr>
        <a:xfrm>
          <a:off x="4468864" y="2369087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COBOL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468864" y="2369087"/>
        <a:ext cx="971788" cy="186351"/>
      </dsp:txXfrm>
    </dsp:sp>
    <dsp:sp modelId="{C84733E2-01F7-4BAC-8BE5-EC320FAB1E7C}">
      <dsp:nvSpPr>
        <dsp:cNvPr id="0" name=""/>
        <dsp:cNvSpPr/>
      </dsp:nvSpPr>
      <dsp:spPr>
        <a:xfrm>
          <a:off x="2164620" y="2908386"/>
          <a:ext cx="1982631" cy="934185"/>
        </a:xfrm>
        <a:prstGeom prst="diamond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Calculation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660278" y="3141932"/>
        <a:ext cx="991315" cy="467093"/>
      </dsp:txXfrm>
    </dsp:sp>
    <dsp:sp modelId="{E4B322E1-3724-4FD2-B01C-7B40529CA6DB}">
      <dsp:nvSpPr>
        <dsp:cNvPr id="0" name=""/>
        <dsp:cNvSpPr/>
      </dsp:nvSpPr>
      <dsp:spPr>
        <a:xfrm>
          <a:off x="2733712" y="3522488"/>
          <a:ext cx="1273460" cy="223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Balance Amount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733712" y="3522488"/>
        <a:ext cx="1273460" cy="223325"/>
      </dsp:txXfrm>
    </dsp:sp>
    <dsp:sp modelId="{8ADD1576-9347-45B7-A2F1-2E83BDD564AF}">
      <dsp:nvSpPr>
        <dsp:cNvPr id="0" name=""/>
        <dsp:cNvSpPr/>
      </dsp:nvSpPr>
      <dsp:spPr>
        <a:xfrm>
          <a:off x="1165974" y="4113666"/>
          <a:ext cx="1079764" cy="559054"/>
        </a:xfrm>
        <a:prstGeom prst="snip2DiagRect">
          <a:avLst/>
        </a:prstGeom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Premium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212563" y="4160255"/>
        <a:ext cx="986586" cy="465876"/>
      </dsp:txXfrm>
    </dsp:sp>
    <dsp:sp modelId="{59C5172A-B9C8-41D4-91FD-85756ED4CAC4}">
      <dsp:nvSpPr>
        <dsp:cNvPr id="0" name=""/>
        <dsp:cNvSpPr/>
      </dsp:nvSpPr>
      <dsp:spPr>
        <a:xfrm>
          <a:off x="1381926" y="4548486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Table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381926" y="4548486"/>
        <a:ext cx="971788" cy="186351"/>
      </dsp:txXfrm>
    </dsp:sp>
    <dsp:sp modelId="{1711939A-453B-41E3-863B-C20BE5B042BD}">
      <dsp:nvSpPr>
        <dsp:cNvPr id="0" name=""/>
        <dsp:cNvSpPr/>
      </dsp:nvSpPr>
      <dsp:spPr>
        <a:xfrm>
          <a:off x="2614607" y="4113666"/>
          <a:ext cx="1079764" cy="559054"/>
        </a:xfrm>
        <a:prstGeom prst="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Premium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614607" y="4113666"/>
        <a:ext cx="1079764" cy="559054"/>
      </dsp:txXfrm>
    </dsp:sp>
    <dsp:sp modelId="{55BADA59-0DD9-4328-8696-A3B06884F973}">
      <dsp:nvSpPr>
        <dsp:cNvPr id="0" name=""/>
        <dsp:cNvSpPr/>
      </dsp:nvSpPr>
      <dsp:spPr>
        <a:xfrm>
          <a:off x="2830560" y="4548486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830560" y="4548486"/>
        <a:ext cx="971788" cy="186351"/>
      </dsp:txXfrm>
    </dsp:sp>
    <dsp:sp modelId="{EB3154D7-3C26-4935-A28C-062A751E4D4A}">
      <dsp:nvSpPr>
        <dsp:cNvPr id="0" name=""/>
        <dsp:cNvSpPr/>
      </dsp:nvSpPr>
      <dsp:spPr>
        <a:xfrm>
          <a:off x="2299531" y="5877793"/>
          <a:ext cx="1704365" cy="833454"/>
        </a:xfrm>
        <a:prstGeom prst="diamond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725622" y="6086157"/>
        <a:ext cx="852183" cy="416727"/>
      </dsp:txXfrm>
    </dsp:sp>
    <dsp:sp modelId="{C2A244E6-CF4E-4B7D-81AF-06CF0C0DEDC4}">
      <dsp:nvSpPr>
        <dsp:cNvPr id="0" name=""/>
        <dsp:cNvSpPr/>
      </dsp:nvSpPr>
      <dsp:spPr>
        <a:xfrm>
          <a:off x="2884548" y="6449813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JCL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884548" y="6449813"/>
        <a:ext cx="971788" cy="186351"/>
      </dsp:txXfrm>
    </dsp:sp>
    <dsp:sp modelId="{534305E7-9330-4FC3-BBAA-1EB01168EECC}">
      <dsp:nvSpPr>
        <dsp:cNvPr id="0" name=""/>
        <dsp:cNvSpPr/>
      </dsp:nvSpPr>
      <dsp:spPr>
        <a:xfrm>
          <a:off x="1890290" y="6972140"/>
          <a:ext cx="1079764" cy="559054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 1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890290" y="6972140"/>
        <a:ext cx="1079764" cy="559054"/>
      </dsp:txXfrm>
    </dsp:sp>
    <dsp:sp modelId="{21DC5939-A2CB-4A7A-A06D-3D3234641035}">
      <dsp:nvSpPr>
        <dsp:cNvPr id="0" name=""/>
        <dsp:cNvSpPr/>
      </dsp:nvSpPr>
      <dsp:spPr>
        <a:xfrm>
          <a:off x="2106243" y="7406960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106243" y="7406960"/>
        <a:ext cx="971788" cy="186351"/>
      </dsp:txXfrm>
    </dsp:sp>
    <dsp:sp modelId="{C2455298-C897-4BB9-B6AB-AED1256C11A9}">
      <dsp:nvSpPr>
        <dsp:cNvPr id="0" name=""/>
        <dsp:cNvSpPr/>
      </dsp:nvSpPr>
      <dsp:spPr>
        <a:xfrm>
          <a:off x="3338923" y="6972140"/>
          <a:ext cx="1079764" cy="559054"/>
        </a:xfrm>
        <a:prstGeom prst="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 2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338923" y="6972140"/>
        <a:ext cx="1079764" cy="559054"/>
      </dsp:txXfrm>
    </dsp:sp>
    <dsp:sp modelId="{2160A11C-C600-4835-9778-FC91848C6EEF}">
      <dsp:nvSpPr>
        <dsp:cNvPr id="0" name=""/>
        <dsp:cNvSpPr/>
      </dsp:nvSpPr>
      <dsp:spPr>
        <a:xfrm>
          <a:off x="3554876" y="7406960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554876" y="7406960"/>
        <a:ext cx="971788" cy="186351"/>
      </dsp:txXfrm>
    </dsp:sp>
    <dsp:sp modelId="{1E72BA1F-54A6-4518-A47E-10F555E8B9F1}">
      <dsp:nvSpPr>
        <dsp:cNvPr id="0" name=""/>
        <dsp:cNvSpPr/>
      </dsp:nvSpPr>
      <dsp:spPr>
        <a:xfrm>
          <a:off x="1890290" y="4995730"/>
          <a:ext cx="1079764" cy="55905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048418" y="5077602"/>
        <a:ext cx="763508" cy="395310"/>
      </dsp:txXfrm>
    </dsp:sp>
    <dsp:sp modelId="{8529BB10-7E42-4E41-BDD6-A29793638C6C}">
      <dsp:nvSpPr>
        <dsp:cNvPr id="0" name=""/>
        <dsp:cNvSpPr/>
      </dsp:nvSpPr>
      <dsp:spPr>
        <a:xfrm>
          <a:off x="2106243" y="5430550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-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2106243" y="5430550"/>
        <a:ext cx="971788" cy="186351"/>
      </dsp:txXfrm>
    </dsp:sp>
    <dsp:sp modelId="{212AE1D5-50B0-4F1C-8780-688C6B029D47}">
      <dsp:nvSpPr>
        <dsp:cNvPr id="0" name=""/>
        <dsp:cNvSpPr/>
      </dsp:nvSpPr>
      <dsp:spPr>
        <a:xfrm>
          <a:off x="4063240" y="4113666"/>
          <a:ext cx="1079764" cy="559054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Master VSAM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063240" y="4113666"/>
        <a:ext cx="1079764" cy="559054"/>
      </dsp:txXfrm>
    </dsp:sp>
    <dsp:sp modelId="{54119D85-97C5-4BCE-861F-06FD77DC3F09}">
      <dsp:nvSpPr>
        <dsp:cNvPr id="0" name=""/>
        <dsp:cNvSpPr/>
      </dsp:nvSpPr>
      <dsp:spPr>
        <a:xfrm>
          <a:off x="4279193" y="4548486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KSDS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279193" y="4548486"/>
        <a:ext cx="971788" cy="186351"/>
      </dsp:txXfrm>
    </dsp:sp>
    <dsp:sp modelId="{4BCBD1DE-91A7-41DC-9BE0-181209F842FA}">
      <dsp:nvSpPr>
        <dsp:cNvPr id="0" name=""/>
        <dsp:cNvSpPr/>
      </dsp:nvSpPr>
      <dsp:spPr>
        <a:xfrm>
          <a:off x="4063240" y="4995730"/>
          <a:ext cx="1079764" cy="559054"/>
        </a:xfrm>
        <a:prstGeom prst="rect">
          <a:avLst/>
        </a:prstGeom>
        <a:solidFill>
          <a:srgbClr val="FF33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Report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063240" y="4995730"/>
        <a:ext cx="1079764" cy="559054"/>
      </dsp:txXfrm>
    </dsp:sp>
    <dsp:sp modelId="{D6F0082F-92A8-4B64-A499-25C397A7DDE0}">
      <dsp:nvSpPr>
        <dsp:cNvPr id="0" name=""/>
        <dsp:cNvSpPr/>
      </dsp:nvSpPr>
      <dsp:spPr>
        <a:xfrm>
          <a:off x="4279193" y="5430550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279193" y="5430550"/>
        <a:ext cx="971788" cy="186351"/>
      </dsp:txXfrm>
    </dsp:sp>
    <dsp:sp modelId="{D8298B93-0896-4701-AD3D-75C161A7CF82}">
      <dsp:nvSpPr>
        <dsp:cNvPr id="0" name=""/>
        <dsp:cNvSpPr/>
      </dsp:nvSpPr>
      <dsp:spPr>
        <a:xfrm>
          <a:off x="6180684" y="2918589"/>
          <a:ext cx="1079764" cy="559054"/>
        </a:xfrm>
        <a:prstGeom prst="rect">
          <a:avLst/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Error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6180684" y="2918589"/>
        <a:ext cx="1079764" cy="559054"/>
      </dsp:txXfrm>
    </dsp:sp>
    <dsp:sp modelId="{2AE2E234-BAA5-444C-964E-5F2975110F88}">
      <dsp:nvSpPr>
        <dsp:cNvPr id="0" name=""/>
        <dsp:cNvSpPr/>
      </dsp:nvSpPr>
      <dsp:spPr>
        <a:xfrm>
          <a:off x="6396637" y="3353409"/>
          <a:ext cx="971788" cy="1863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6396637" y="3353409"/>
        <a:ext cx="971788" cy="186351"/>
      </dsp:txXfrm>
    </dsp:sp>
    <dsp:sp modelId="{B7A98EFD-DDEC-42A5-81A2-6EF3775D304F}">
      <dsp:nvSpPr>
        <dsp:cNvPr id="0" name=""/>
        <dsp:cNvSpPr/>
      </dsp:nvSpPr>
      <dsp:spPr>
        <a:xfrm>
          <a:off x="5403896" y="3800652"/>
          <a:ext cx="1079764" cy="55905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5562024" y="3882524"/>
        <a:ext cx="763508" cy="395310"/>
      </dsp:txXfrm>
    </dsp:sp>
    <dsp:sp modelId="{C863FC41-9CC0-47E3-B036-D5A407FDC6EA}">
      <dsp:nvSpPr>
        <dsp:cNvPr id="0" name=""/>
        <dsp:cNvSpPr/>
      </dsp:nvSpPr>
      <dsp:spPr>
        <a:xfrm>
          <a:off x="5567377" y="4197089"/>
          <a:ext cx="1076731" cy="2631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–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5567377" y="4197089"/>
        <a:ext cx="1076731" cy="263118"/>
      </dsp:txXfrm>
    </dsp:sp>
    <dsp:sp modelId="{DBAD45AE-F910-4A9A-80A8-58F6082E3C35}">
      <dsp:nvSpPr>
        <dsp:cNvPr id="0" name=""/>
        <dsp:cNvSpPr/>
      </dsp:nvSpPr>
      <dsp:spPr>
        <a:xfrm>
          <a:off x="3412543" y="883560"/>
          <a:ext cx="1079764" cy="55905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7888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570671" y="965432"/>
        <a:ext cx="763508" cy="395310"/>
      </dsp:txXfrm>
    </dsp:sp>
    <dsp:sp modelId="{72BC5DE3-31AA-4CD3-ACF3-14CD23B04E62}">
      <dsp:nvSpPr>
        <dsp:cNvPr id="0" name=""/>
        <dsp:cNvSpPr/>
      </dsp:nvSpPr>
      <dsp:spPr>
        <a:xfrm>
          <a:off x="3566433" y="1314113"/>
          <a:ext cx="1095914" cy="19488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–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3566433" y="1314113"/>
        <a:ext cx="1095914" cy="194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0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3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0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8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6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0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4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4C66A-4EA0-459A-B280-40A8255EF5C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2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4B8205-5612-6DD0-974A-ADDC8E79C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608268"/>
              </p:ext>
            </p:extLst>
          </p:nvPr>
        </p:nvGraphicFramePr>
        <p:xfrm>
          <a:off x="-250296" y="1343828"/>
          <a:ext cx="8534400" cy="7594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0197BE0-EA25-F41D-CCB1-ECF5D2E742F9}"/>
              </a:ext>
            </a:extLst>
          </p:cNvPr>
          <p:cNvSpPr txBox="1"/>
          <p:nvPr/>
        </p:nvSpPr>
        <p:spPr>
          <a:xfrm>
            <a:off x="2827737" y="3831103"/>
            <a:ext cx="1386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Gill Sans MT" panose="020B0502020104020203" pitchFamily="34" charset="0"/>
              </a:rPr>
              <a:t>Valid records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77B39-1D00-452B-6B15-C63EFA37A7F1}"/>
              </a:ext>
            </a:extLst>
          </p:cNvPr>
          <p:cNvSpPr txBox="1"/>
          <p:nvPr/>
        </p:nvSpPr>
        <p:spPr>
          <a:xfrm>
            <a:off x="5146957" y="3831103"/>
            <a:ext cx="1549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Gill Sans MT" panose="020B0502020104020203" pitchFamily="34" charset="0"/>
              </a:rPr>
              <a:t>Invalid records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C74BD-5360-621A-1420-A402D83E4724}"/>
              </a:ext>
            </a:extLst>
          </p:cNvPr>
          <p:cNvSpPr txBox="1"/>
          <p:nvPr/>
        </p:nvSpPr>
        <p:spPr>
          <a:xfrm>
            <a:off x="1072291" y="7833182"/>
            <a:ext cx="138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PREM AMT</a:t>
            </a:r>
          </a:p>
          <a:p>
            <a:pPr algn="ctr"/>
            <a:r>
              <a:rPr lang="en-IN" sz="1400" dirty="0">
                <a:latin typeface="Gill Sans MT" panose="020B0502020104020203" pitchFamily="34" charset="0"/>
              </a:rPr>
              <a:t>&lt;=8000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991BF-195F-39DE-ACCB-A0687D5E89B9}"/>
              </a:ext>
            </a:extLst>
          </p:cNvPr>
          <p:cNvSpPr txBox="1"/>
          <p:nvPr/>
        </p:nvSpPr>
        <p:spPr>
          <a:xfrm>
            <a:off x="3397292" y="7833182"/>
            <a:ext cx="138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PREM AMT</a:t>
            </a:r>
          </a:p>
          <a:p>
            <a:pPr algn="ctr"/>
            <a:r>
              <a:rPr lang="en-IN" sz="1400" dirty="0">
                <a:latin typeface="Gill Sans MT" panose="020B0502020104020203" pitchFamily="34" charset="0"/>
              </a:rPr>
              <a:t>&gt;8000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BADC60-897D-6D90-50BC-380AE7A4C829}"/>
              </a:ext>
            </a:extLst>
          </p:cNvPr>
          <p:cNvSpPr txBox="1"/>
          <p:nvPr/>
        </p:nvSpPr>
        <p:spPr>
          <a:xfrm>
            <a:off x="664104" y="352421"/>
            <a:ext cx="62314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Gill Sans MT" panose="020B0502020104020203" pitchFamily="34" charset="0"/>
              </a:rPr>
              <a:t>1008 - Life Insurance Details - Flowchart</a:t>
            </a:r>
            <a:endParaRPr lang="en-US" sz="2500" b="1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D7A38-DCD9-F418-C099-827D82745381}"/>
              </a:ext>
            </a:extLst>
          </p:cNvPr>
          <p:cNvSpPr txBox="1"/>
          <p:nvPr/>
        </p:nvSpPr>
        <p:spPr>
          <a:xfrm>
            <a:off x="5521607" y="9452990"/>
            <a:ext cx="6231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Gill Sans MT" panose="020B0502020104020203" pitchFamily="34" charset="0"/>
              </a:rPr>
              <a:t>By</a:t>
            </a:r>
            <a:br>
              <a:rPr lang="en-IN" sz="1500" b="1" dirty="0">
                <a:latin typeface="Gill Sans MT" panose="020B0502020104020203" pitchFamily="34" charset="0"/>
              </a:rPr>
            </a:br>
            <a:r>
              <a:rPr lang="en-IN" sz="1500" b="1" dirty="0">
                <a:latin typeface="Gill Sans MT" panose="020B0502020104020203" pitchFamily="34" charset="0"/>
              </a:rPr>
              <a:t>Sethuraman C</a:t>
            </a:r>
          </a:p>
          <a:p>
            <a:r>
              <a:rPr lang="en-IN" sz="1500" b="1" dirty="0">
                <a:latin typeface="Gill Sans MT" panose="020B0502020104020203" pitchFamily="34" charset="0"/>
              </a:rPr>
              <a:t>2400867</a:t>
            </a:r>
          </a:p>
          <a:p>
            <a:r>
              <a:rPr lang="en-IN" sz="1500" b="1" dirty="0">
                <a:latin typeface="Gill Sans MT" panose="020B0502020104020203" pitchFamily="34" charset="0"/>
              </a:rPr>
              <a:t>INTISG25MF001</a:t>
            </a:r>
            <a:endParaRPr lang="en-US" sz="1500" b="1" dirty="0">
              <a:latin typeface="Gill Sans MT" panose="020B0502020104020203" pitchFamily="34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EB723F88-A03D-63C8-8BC2-DE5D1B33F081}"/>
              </a:ext>
            </a:extLst>
          </p:cNvPr>
          <p:cNvSpPr/>
          <p:nvPr/>
        </p:nvSpPr>
        <p:spPr>
          <a:xfrm>
            <a:off x="499796" y="4457700"/>
            <a:ext cx="1024204" cy="523220"/>
          </a:xfrm>
          <a:prstGeom prst="snip2DiagRect">
            <a:avLst/>
          </a:prstGeom>
          <a:solidFill>
            <a:srgbClr val="FFC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Policy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FB6C48-C69A-F44D-D130-361936BA57AA}"/>
              </a:ext>
            </a:extLst>
          </p:cNvPr>
          <p:cNvCxnSpPr>
            <a:cxnSpLocks/>
          </p:cNvCxnSpPr>
          <p:nvPr/>
        </p:nvCxnSpPr>
        <p:spPr>
          <a:xfrm>
            <a:off x="1524000" y="4719268"/>
            <a:ext cx="392797" cy="0"/>
          </a:xfrm>
          <a:prstGeom prst="line">
            <a:avLst/>
          </a:prstGeom>
          <a:ln>
            <a:solidFill>
              <a:srgbClr val="E5C0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6EF006-D55B-D3D0-FB7E-688169081C05}"/>
              </a:ext>
            </a:extLst>
          </p:cNvPr>
          <p:cNvSpPr txBox="1"/>
          <p:nvPr/>
        </p:nvSpPr>
        <p:spPr>
          <a:xfrm>
            <a:off x="936927" y="4894097"/>
            <a:ext cx="73152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C056"/>
            </a:solidFill>
          </a:ln>
        </p:spPr>
        <p:txBody>
          <a:bodyPr wrap="square" rtlCol="0">
            <a:spAutoFit/>
          </a:bodyPr>
          <a:lstStyle/>
          <a:p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4289F-5E0E-E0F3-4047-2DD0E71B18C5}"/>
              </a:ext>
            </a:extLst>
          </p:cNvPr>
          <p:cNvSpPr txBox="1"/>
          <p:nvPr/>
        </p:nvSpPr>
        <p:spPr>
          <a:xfrm>
            <a:off x="835660" y="4827031"/>
            <a:ext cx="929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Table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008C3-4FD2-2498-391C-BC43C19211FA}"/>
              </a:ext>
            </a:extLst>
          </p:cNvPr>
          <p:cNvSpPr txBox="1"/>
          <p:nvPr/>
        </p:nvSpPr>
        <p:spPr>
          <a:xfrm>
            <a:off x="1201525" y="4135337"/>
            <a:ext cx="138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Policy</a:t>
            </a:r>
          </a:p>
          <a:p>
            <a:pPr algn="ctr"/>
            <a:r>
              <a:rPr lang="en-IN" sz="1400" dirty="0">
                <a:latin typeface="Gill Sans MT" panose="020B0502020104020203" pitchFamily="34" charset="0"/>
              </a:rPr>
              <a:t>Amount</a:t>
            </a:r>
            <a:endParaRPr lang="en-US" sz="1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00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70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Gill Sans MT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C, Sethuraman (Contractor)</dc:creator>
  <cp:lastModifiedBy>C, Sethuraman (Contractor)</cp:lastModifiedBy>
  <cp:revision>13</cp:revision>
  <dcterms:created xsi:type="dcterms:W3CDTF">2025-05-06T05:41:12Z</dcterms:created>
  <dcterms:modified xsi:type="dcterms:W3CDTF">2025-06-04T18:04:53Z</dcterms:modified>
</cp:coreProperties>
</file>