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56" r:id="rId5"/>
    <p:sldId id="290" r:id="rId6"/>
    <p:sldId id="288" r:id="rId7"/>
    <p:sldId id="289" r:id="rId8"/>
    <p:sldId id="291" r:id="rId9"/>
    <p:sldId id="292" r:id="rId10"/>
    <p:sldId id="293" r:id="rId11"/>
    <p:sldId id="28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2E01F41-713E-46B0-8739-3E28E6B53054}">
          <p14:sldIdLst>
            <p14:sldId id="256"/>
            <p14:sldId id="290"/>
            <p14:sldId id="288"/>
            <p14:sldId id="289"/>
            <p14:sldId id="291"/>
            <p14:sldId id="292"/>
            <p14:sldId id="293"/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FBFB"/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1EB7D2-79E2-4C04-AAEA-C371D5028B4E}" v="1039" dt="2024-04-12T06:32:20.7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0655" autoAdjust="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aneendra, Vuluvala (Contractor)" userId="677a163f-d2c2-4e9a-9959-ac7339933b63" providerId="ADAL" clId="{AB1EB7D2-79E2-4C04-AAEA-C371D5028B4E}"/>
    <pc:docChg chg="custSel addSld delSld modSld sldOrd addSection delSection modSection">
      <pc:chgData name="Phaneendra, Vuluvala (Contractor)" userId="677a163f-d2c2-4e9a-9959-ac7339933b63" providerId="ADAL" clId="{AB1EB7D2-79E2-4C04-AAEA-C371D5028B4E}" dt="2024-04-12T06:32:52.608" v="1209"/>
      <pc:docMkLst>
        <pc:docMk/>
      </pc:docMkLst>
      <pc:sldChg chg="modSp mod">
        <pc:chgData name="Phaneendra, Vuluvala (Contractor)" userId="677a163f-d2c2-4e9a-9959-ac7339933b63" providerId="ADAL" clId="{AB1EB7D2-79E2-4C04-AAEA-C371D5028B4E}" dt="2024-04-12T05:59:57.262" v="80" actId="20577"/>
        <pc:sldMkLst>
          <pc:docMk/>
          <pc:sldMk cId="2586058810" sldId="256"/>
        </pc:sldMkLst>
        <pc:spChg chg="mod">
          <ac:chgData name="Phaneendra, Vuluvala (Contractor)" userId="677a163f-d2c2-4e9a-9959-ac7339933b63" providerId="ADAL" clId="{AB1EB7D2-79E2-4C04-AAEA-C371D5028B4E}" dt="2024-04-12T05:57:13.063" v="5" actId="20577"/>
          <ac:spMkLst>
            <pc:docMk/>
            <pc:sldMk cId="2586058810" sldId="256"/>
            <ac:spMk id="2" creationId="{CFE75451-6A4B-484B-9ED1-353CCE25B0F4}"/>
          </ac:spMkLst>
        </pc:spChg>
        <pc:spChg chg="mod">
          <ac:chgData name="Phaneendra, Vuluvala (Contractor)" userId="677a163f-d2c2-4e9a-9959-ac7339933b63" providerId="ADAL" clId="{AB1EB7D2-79E2-4C04-AAEA-C371D5028B4E}" dt="2024-04-12T05:59:57.262" v="80" actId="20577"/>
          <ac:spMkLst>
            <pc:docMk/>
            <pc:sldMk cId="2586058810" sldId="256"/>
            <ac:spMk id="3" creationId="{D8A811DA-6086-2CCE-D537-71D06BAD0DD8}"/>
          </ac:spMkLst>
        </pc:spChg>
      </pc:sldChg>
      <pc:sldChg chg="modSp del">
        <pc:chgData name="Phaneendra, Vuluvala (Contractor)" userId="677a163f-d2c2-4e9a-9959-ac7339933b63" providerId="ADAL" clId="{AB1EB7D2-79E2-4C04-AAEA-C371D5028B4E}" dt="2024-04-12T06:22:08.771" v="1147" actId="2696"/>
        <pc:sldMkLst>
          <pc:docMk/>
          <pc:sldMk cId="3444762997" sldId="283"/>
        </pc:sldMkLst>
        <pc:graphicFrameChg chg="mod">
          <ac:chgData name="Phaneendra, Vuluvala (Contractor)" userId="677a163f-d2c2-4e9a-9959-ac7339933b63" providerId="ADAL" clId="{AB1EB7D2-79E2-4C04-AAEA-C371D5028B4E}" dt="2024-04-12T06:21:41.862" v="1146" actId="20577"/>
          <ac:graphicFrameMkLst>
            <pc:docMk/>
            <pc:sldMk cId="3444762997" sldId="283"/>
            <ac:graphicFrameMk id="5" creationId="{0B8F69CF-6471-E7F7-E0A2-1E1C9BB50B59}"/>
          </ac:graphicFrameMkLst>
        </pc:graphicFrameChg>
      </pc:sldChg>
      <pc:sldChg chg="modSp mod">
        <pc:chgData name="Phaneendra, Vuluvala (Contractor)" userId="677a163f-d2c2-4e9a-9959-ac7339933b63" providerId="ADAL" clId="{AB1EB7D2-79E2-4C04-AAEA-C371D5028B4E}" dt="2024-04-12T06:19:40.890" v="833" actId="14100"/>
        <pc:sldMkLst>
          <pc:docMk/>
          <pc:sldMk cId="3952055454" sldId="288"/>
        </pc:sldMkLst>
        <pc:spChg chg="mod">
          <ac:chgData name="Phaneendra, Vuluvala (Contractor)" userId="677a163f-d2c2-4e9a-9959-ac7339933b63" providerId="ADAL" clId="{AB1EB7D2-79E2-4C04-AAEA-C371D5028B4E}" dt="2024-04-12T06:14:06.441" v="357" actId="20577"/>
          <ac:spMkLst>
            <pc:docMk/>
            <pc:sldMk cId="3952055454" sldId="288"/>
            <ac:spMk id="5" creationId="{F60EF772-B548-572D-BD3D-8025E892EA6E}"/>
          </ac:spMkLst>
        </pc:spChg>
        <pc:graphicFrameChg chg="mod">
          <ac:chgData name="Phaneendra, Vuluvala (Contractor)" userId="677a163f-d2c2-4e9a-9959-ac7339933b63" providerId="ADAL" clId="{AB1EB7D2-79E2-4C04-AAEA-C371D5028B4E}" dt="2024-04-12T06:19:17.143" v="830" actId="20577"/>
          <ac:graphicFrameMkLst>
            <pc:docMk/>
            <pc:sldMk cId="3952055454" sldId="288"/>
            <ac:graphicFrameMk id="4" creationId="{9E9C5FC5-5DE9-6E9A-8C40-4B9443E33E98}"/>
          </ac:graphicFrameMkLst>
        </pc:graphicFrameChg>
        <pc:graphicFrameChg chg="mod">
          <ac:chgData name="Phaneendra, Vuluvala (Contractor)" userId="677a163f-d2c2-4e9a-9959-ac7339933b63" providerId="ADAL" clId="{AB1EB7D2-79E2-4C04-AAEA-C371D5028B4E}" dt="2024-04-12T06:18:06.137" v="810" actId="20577"/>
          <ac:graphicFrameMkLst>
            <pc:docMk/>
            <pc:sldMk cId="3952055454" sldId="288"/>
            <ac:graphicFrameMk id="7" creationId="{045469B0-A636-45EB-3BA9-60E7986589B4}"/>
          </ac:graphicFrameMkLst>
        </pc:graphicFrameChg>
        <pc:cxnChg chg="mod">
          <ac:chgData name="Phaneendra, Vuluvala (Contractor)" userId="677a163f-d2c2-4e9a-9959-ac7339933b63" providerId="ADAL" clId="{AB1EB7D2-79E2-4C04-AAEA-C371D5028B4E}" dt="2024-04-12T06:19:40.890" v="833" actId="14100"/>
          <ac:cxnSpMkLst>
            <pc:docMk/>
            <pc:sldMk cId="3952055454" sldId="288"/>
            <ac:cxnSpMk id="15" creationId="{F4719564-9C24-91F5-299E-60229CB2F9A1}"/>
          </ac:cxnSpMkLst>
        </pc:cxnChg>
      </pc:sldChg>
      <pc:sldChg chg="addSp delSp modSp mod">
        <pc:chgData name="Phaneendra, Vuluvala (Contractor)" userId="677a163f-d2c2-4e9a-9959-ac7339933b63" providerId="ADAL" clId="{AB1EB7D2-79E2-4C04-AAEA-C371D5028B4E}" dt="2024-04-12T06:13:12.216" v="318" actId="1076"/>
        <pc:sldMkLst>
          <pc:docMk/>
          <pc:sldMk cId="3151952021" sldId="289"/>
        </pc:sldMkLst>
        <pc:spChg chg="mod">
          <ac:chgData name="Phaneendra, Vuluvala (Contractor)" userId="677a163f-d2c2-4e9a-9959-ac7339933b63" providerId="ADAL" clId="{AB1EB7D2-79E2-4C04-AAEA-C371D5028B4E}" dt="2024-04-12T06:04:35.449" v="124" actId="20577"/>
          <ac:spMkLst>
            <pc:docMk/>
            <pc:sldMk cId="3151952021" sldId="289"/>
            <ac:spMk id="5" creationId="{CF22B95F-47F9-88D1-684A-EAC066D0A76C}"/>
          </ac:spMkLst>
        </pc:spChg>
        <pc:graphicFrameChg chg="mod">
          <ac:chgData name="Phaneendra, Vuluvala (Contractor)" userId="677a163f-d2c2-4e9a-9959-ac7339933b63" providerId="ADAL" clId="{AB1EB7D2-79E2-4C04-AAEA-C371D5028B4E}" dt="2024-04-12T06:05:46.888" v="295" actId="20577"/>
          <ac:graphicFrameMkLst>
            <pc:docMk/>
            <pc:sldMk cId="3151952021" sldId="289"/>
            <ac:graphicFrameMk id="4" creationId="{5A23928D-5A4A-0211-E5FB-9976970F7AA6}"/>
          </ac:graphicFrameMkLst>
        </pc:graphicFrameChg>
        <pc:picChg chg="add mod">
          <ac:chgData name="Phaneendra, Vuluvala (Contractor)" userId="677a163f-d2c2-4e9a-9959-ac7339933b63" providerId="ADAL" clId="{AB1EB7D2-79E2-4C04-AAEA-C371D5028B4E}" dt="2024-04-12T06:11:36.907" v="303" actId="1076"/>
          <ac:picMkLst>
            <pc:docMk/>
            <pc:sldMk cId="3151952021" sldId="289"/>
            <ac:picMk id="3" creationId="{31BF6672-2CF1-C77B-2D26-018BCE46CD2B}"/>
          </ac:picMkLst>
        </pc:picChg>
        <pc:picChg chg="add mod">
          <ac:chgData name="Phaneendra, Vuluvala (Contractor)" userId="677a163f-d2c2-4e9a-9959-ac7339933b63" providerId="ADAL" clId="{AB1EB7D2-79E2-4C04-AAEA-C371D5028B4E}" dt="2024-04-12T06:13:12.216" v="318" actId="1076"/>
          <ac:picMkLst>
            <pc:docMk/>
            <pc:sldMk cId="3151952021" sldId="289"/>
            <ac:picMk id="7" creationId="{39E35E31-F4AB-A00E-A977-25E05420F9C3}"/>
          </ac:picMkLst>
        </pc:picChg>
        <pc:picChg chg="add mod">
          <ac:chgData name="Phaneendra, Vuluvala (Contractor)" userId="677a163f-d2c2-4e9a-9959-ac7339933b63" providerId="ADAL" clId="{AB1EB7D2-79E2-4C04-AAEA-C371D5028B4E}" dt="2024-04-12T06:13:09.952" v="317" actId="1076"/>
          <ac:picMkLst>
            <pc:docMk/>
            <pc:sldMk cId="3151952021" sldId="289"/>
            <ac:picMk id="9" creationId="{E0E6D72B-0256-86DA-C720-A99FE6BD8770}"/>
          </ac:picMkLst>
        </pc:picChg>
        <pc:picChg chg="del">
          <ac:chgData name="Phaneendra, Vuluvala (Contractor)" userId="677a163f-d2c2-4e9a-9959-ac7339933b63" providerId="ADAL" clId="{AB1EB7D2-79E2-4C04-AAEA-C371D5028B4E}" dt="2024-04-12T06:11:19.839" v="296" actId="478"/>
          <ac:picMkLst>
            <pc:docMk/>
            <pc:sldMk cId="3151952021" sldId="289"/>
            <ac:picMk id="10" creationId="{2482EFE4-DA86-34FA-7805-484AB284F809}"/>
          </ac:picMkLst>
        </pc:picChg>
        <pc:picChg chg="del">
          <ac:chgData name="Phaneendra, Vuluvala (Contractor)" userId="677a163f-d2c2-4e9a-9959-ac7339933b63" providerId="ADAL" clId="{AB1EB7D2-79E2-4C04-AAEA-C371D5028B4E}" dt="2024-04-12T06:11:21.232" v="297" actId="478"/>
          <ac:picMkLst>
            <pc:docMk/>
            <pc:sldMk cId="3151952021" sldId="289"/>
            <ac:picMk id="12" creationId="{17DCBF3E-81EE-C018-C2D8-44D26DAF8A63}"/>
          </ac:picMkLst>
        </pc:picChg>
        <pc:picChg chg="del">
          <ac:chgData name="Phaneendra, Vuluvala (Contractor)" userId="677a163f-d2c2-4e9a-9959-ac7339933b63" providerId="ADAL" clId="{AB1EB7D2-79E2-4C04-AAEA-C371D5028B4E}" dt="2024-04-12T06:11:23.136" v="298" actId="478"/>
          <ac:picMkLst>
            <pc:docMk/>
            <pc:sldMk cId="3151952021" sldId="289"/>
            <ac:picMk id="14" creationId="{3B336155-AF11-CBB7-2565-3BD7D0EDEF54}"/>
          </ac:picMkLst>
        </pc:picChg>
      </pc:sldChg>
      <pc:sldChg chg="modSp mod ord">
        <pc:chgData name="Phaneendra, Vuluvala (Contractor)" userId="677a163f-d2c2-4e9a-9959-ac7339933b63" providerId="ADAL" clId="{AB1EB7D2-79E2-4C04-AAEA-C371D5028B4E}" dt="2024-04-12T06:32:52.608" v="1209"/>
        <pc:sldMkLst>
          <pc:docMk/>
          <pc:sldMk cId="3421206555" sldId="290"/>
        </pc:sldMkLst>
        <pc:spChg chg="mod">
          <ac:chgData name="Phaneendra, Vuluvala (Contractor)" userId="677a163f-d2c2-4e9a-9959-ac7339933b63" providerId="ADAL" clId="{AB1EB7D2-79E2-4C04-AAEA-C371D5028B4E}" dt="2024-04-12T05:58:51.194" v="50" actId="20577"/>
          <ac:spMkLst>
            <pc:docMk/>
            <pc:sldMk cId="3421206555" sldId="290"/>
            <ac:spMk id="5" creationId="{1FDE1E80-83B4-B10E-7837-AC76FE744041}"/>
          </ac:spMkLst>
        </pc:spChg>
        <pc:graphicFrameChg chg="mod">
          <ac:chgData name="Phaneendra, Vuluvala (Contractor)" userId="677a163f-d2c2-4e9a-9959-ac7339933b63" providerId="ADAL" clId="{AB1EB7D2-79E2-4C04-AAEA-C371D5028B4E}" dt="2024-04-12T06:02:20.239" v="110" actId="20577"/>
          <ac:graphicFrameMkLst>
            <pc:docMk/>
            <pc:sldMk cId="3421206555" sldId="290"/>
            <ac:graphicFrameMk id="4" creationId="{67D2597E-998B-327C-2B7C-687CD3DA66B8}"/>
          </ac:graphicFrameMkLst>
        </pc:graphicFrameChg>
      </pc:sldChg>
      <pc:sldChg chg="del">
        <pc:chgData name="Phaneendra, Vuluvala (Contractor)" userId="677a163f-d2c2-4e9a-9959-ac7339933b63" providerId="ADAL" clId="{AB1EB7D2-79E2-4C04-AAEA-C371D5028B4E}" dt="2024-04-12T06:22:11.354" v="1148" actId="2696"/>
        <pc:sldMkLst>
          <pc:docMk/>
          <pc:sldMk cId="3257004331" sldId="291"/>
        </pc:sldMkLst>
      </pc:sldChg>
      <pc:sldChg chg="addSp delSp modSp new mod">
        <pc:chgData name="Phaneendra, Vuluvala (Contractor)" userId="677a163f-d2c2-4e9a-9959-ac7339933b63" providerId="ADAL" clId="{AB1EB7D2-79E2-4C04-AAEA-C371D5028B4E}" dt="2024-04-12T06:32:02.136" v="1187" actId="1076"/>
        <pc:sldMkLst>
          <pc:docMk/>
          <pc:sldMk cId="3581240812" sldId="291"/>
        </pc:sldMkLst>
        <pc:spChg chg="mod">
          <ac:chgData name="Phaneendra, Vuluvala (Contractor)" userId="677a163f-d2c2-4e9a-9959-ac7339933b63" providerId="ADAL" clId="{AB1EB7D2-79E2-4C04-AAEA-C371D5028B4E}" dt="2024-04-12T06:30:32.211" v="1164" actId="1076"/>
          <ac:spMkLst>
            <pc:docMk/>
            <pc:sldMk cId="3581240812" sldId="291"/>
            <ac:spMk id="2" creationId="{13AF2FAE-E808-3D3A-4633-FE4A69B6915E}"/>
          </ac:spMkLst>
        </pc:spChg>
        <pc:spChg chg="del">
          <ac:chgData name="Phaneendra, Vuluvala (Contractor)" userId="677a163f-d2c2-4e9a-9959-ac7339933b63" providerId="ADAL" clId="{AB1EB7D2-79E2-4C04-AAEA-C371D5028B4E}" dt="2024-04-12T06:30:11.193" v="1150"/>
          <ac:spMkLst>
            <pc:docMk/>
            <pc:sldMk cId="3581240812" sldId="291"/>
            <ac:spMk id="3" creationId="{56354FF1-43B3-E6B5-1D8D-BE8BAEB10D26}"/>
          </ac:spMkLst>
        </pc:spChg>
        <pc:picChg chg="add mod">
          <ac:chgData name="Phaneendra, Vuluvala (Contractor)" userId="677a163f-d2c2-4e9a-9959-ac7339933b63" providerId="ADAL" clId="{AB1EB7D2-79E2-4C04-AAEA-C371D5028B4E}" dt="2024-04-12T06:32:02.136" v="1187" actId="1076"/>
          <ac:picMkLst>
            <pc:docMk/>
            <pc:sldMk cId="3581240812" sldId="291"/>
            <ac:picMk id="6" creationId="{A1923963-58AA-AB59-AD84-F8DDCFA68EB1}"/>
          </ac:picMkLst>
        </pc:picChg>
      </pc:sldChg>
      <pc:sldChg chg="modSp add del mod">
        <pc:chgData name="Phaneendra, Vuluvala (Contractor)" userId="677a163f-d2c2-4e9a-9959-ac7339933b63" providerId="ADAL" clId="{AB1EB7D2-79E2-4C04-AAEA-C371D5028B4E}" dt="2024-04-12T06:04:20.505" v="111" actId="2696"/>
        <pc:sldMkLst>
          <pc:docMk/>
          <pc:sldMk cId="218926892" sldId="292"/>
        </pc:sldMkLst>
        <pc:spChg chg="mod">
          <ac:chgData name="Phaneendra, Vuluvala (Contractor)" userId="677a163f-d2c2-4e9a-9959-ac7339933b63" providerId="ADAL" clId="{AB1EB7D2-79E2-4C04-AAEA-C371D5028B4E}" dt="2024-04-12T06:00:42.665" v="88" actId="20577"/>
          <ac:spMkLst>
            <pc:docMk/>
            <pc:sldMk cId="218926892" sldId="292"/>
            <ac:spMk id="5" creationId="{8AD95520-2763-2034-3E87-FCCDCB9771AB}"/>
          </ac:spMkLst>
        </pc:spChg>
      </pc:sldChg>
      <pc:sldChg chg="del">
        <pc:chgData name="Phaneendra, Vuluvala (Contractor)" userId="677a163f-d2c2-4e9a-9959-ac7339933b63" providerId="ADAL" clId="{AB1EB7D2-79E2-4C04-AAEA-C371D5028B4E}" dt="2024-04-12T05:57:37.735" v="10" actId="2696"/>
        <pc:sldMkLst>
          <pc:docMk/>
          <pc:sldMk cId="341371523" sldId="292"/>
        </pc:sldMkLst>
      </pc:sldChg>
      <pc:sldChg chg="addSp delSp modSp add mod">
        <pc:chgData name="Phaneendra, Vuluvala (Contractor)" userId="677a163f-d2c2-4e9a-9959-ac7339933b63" providerId="ADAL" clId="{AB1EB7D2-79E2-4C04-AAEA-C371D5028B4E}" dt="2024-04-12T06:31:52.361" v="1185" actId="1076"/>
        <pc:sldMkLst>
          <pc:docMk/>
          <pc:sldMk cId="2249496049" sldId="292"/>
        </pc:sldMkLst>
        <pc:spChg chg="mod">
          <ac:chgData name="Phaneendra, Vuluvala (Contractor)" userId="677a163f-d2c2-4e9a-9959-ac7339933b63" providerId="ADAL" clId="{AB1EB7D2-79E2-4C04-AAEA-C371D5028B4E}" dt="2024-04-12T06:31:01.519" v="1177" actId="20577"/>
          <ac:spMkLst>
            <pc:docMk/>
            <pc:sldMk cId="2249496049" sldId="292"/>
            <ac:spMk id="2" creationId="{4E911A17-E6B0-81D4-B65E-BE489F1A7303}"/>
          </ac:spMkLst>
        </pc:spChg>
        <pc:spChg chg="add del mod">
          <ac:chgData name="Phaneendra, Vuluvala (Contractor)" userId="677a163f-d2c2-4e9a-9959-ac7339933b63" providerId="ADAL" clId="{AB1EB7D2-79E2-4C04-AAEA-C371D5028B4E}" dt="2024-04-12T06:31:24.123" v="1179"/>
          <ac:spMkLst>
            <pc:docMk/>
            <pc:sldMk cId="2249496049" sldId="292"/>
            <ac:spMk id="5" creationId="{D17B6BA5-AC67-E0F8-D674-EC85ED65CE3F}"/>
          </ac:spMkLst>
        </pc:spChg>
        <pc:picChg chg="del">
          <ac:chgData name="Phaneendra, Vuluvala (Contractor)" userId="677a163f-d2c2-4e9a-9959-ac7339933b63" providerId="ADAL" clId="{AB1EB7D2-79E2-4C04-AAEA-C371D5028B4E}" dt="2024-04-12T06:31:14.901" v="1178" actId="478"/>
          <ac:picMkLst>
            <pc:docMk/>
            <pc:sldMk cId="2249496049" sldId="292"/>
            <ac:picMk id="6" creationId="{3C24158D-CC3A-B0BB-B3E5-F7D43A479BFD}"/>
          </ac:picMkLst>
        </pc:picChg>
        <pc:picChg chg="add mod">
          <ac:chgData name="Phaneendra, Vuluvala (Contractor)" userId="677a163f-d2c2-4e9a-9959-ac7339933b63" providerId="ADAL" clId="{AB1EB7D2-79E2-4C04-AAEA-C371D5028B4E}" dt="2024-04-12T06:31:52.361" v="1185" actId="1076"/>
          <ac:picMkLst>
            <pc:docMk/>
            <pc:sldMk cId="2249496049" sldId="292"/>
            <ac:picMk id="8" creationId="{E5A4B0CB-2A39-453C-5DD4-ECCD71E61225}"/>
          </ac:picMkLst>
        </pc:picChg>
      </pc:sldChg>
      <pc:sldChg chg="addSp delSp modSp add mod">
        <pc:chgData name="Phaneendra, Vuluvala (Contractor)" userId="677a163f-d2c2-4e9a-9959-ac7339933b63" providerId="ADAL" clId="{AB1EB7D2-79E2-4C04-AAEA-C371D5028B4E}" dt="2024-04-12T06:32:41.569" v="1207" actId="1076"/>
        <pc:sldMkLst>
          <pc:docMk/>
          <pc:sldMk cId="2469013647" sldId="293"/>
        </pc:sldMkLst>
        <pc:spChg chg="mod">
          <ac:chgData name="Phaneendra, Vuluvala (Contractor)" userId="677a163f-d2c2-4e9a-9959-ac7339933b63" providerId="ADAL" clId="{AB1EB7D2-79E2-4C04-AAEA-C371D5028B4E}" dt="2024-04-12T06:32:11.828" v="1199" actId="20577"/>
          <ac:spMkLst>
            <pc:docMk/>
            <pc:sldMk cId="2469013647" sldId="293"/>
            <ac:spMk id="2" creationId="{A5A218ED-9188-6AA3-AE63-B5128A9D3E1F}"/>
          </ac:spMkLst>
        </pc:spChg>
        <pc:spChg chg="add del mod">
          <ac:chgData name="Phaneendra, Vuluvala (Contractor)" userId="677a163f-d2c2-4e9a-9959-ac7339933b63" providerId="ADAL" clId="{AB1EB7D2-79E2-4C04-AAEA-C371D5028B4E}" dt="2024-04-12T06:32:20.761" v="1201"/>
          <ac:spMkLst>
            <pc:docMk/>
            <pc:sldMk cId="2469013647" sldId="293"/>
            <ac:spMk id="5" creationId="{503B8A24-4BA9-2C03-5E55-B01CF9EC6AE9}"/>
          </ac:spMkLst>
        </pc:spChg>
        <pc:picChg chg="add mod">
          <ac:chgData name="Phaneendra, Vuluvala (Contractor)" userId="677a163f-d2c2-4e9a-9959-ac7339933b63" providerId="ADAL" clId="{AB1EB7D2-79E2-4C04-AAEA-C371D5028B4E}" dt="2024-04-12T06:32:41.569" v="1207" actId="1076"/>
          <ac:picMkLst>
            <pc:docMk/>
            <pc:sldMk cId="2469013647" sldId="293"/>
            <ac:picMk id="7" creationId="{2CED8F49-EE08-166C-3297-806313A1610A}"/>
          </ac:picMkLst>
        </pc:picChg>
        <pc:picChg chg="del">
          <ac:chgData name="Phaneendra, Vuluvala (Contractor)" userId="677a163f-d2c2-4e9a-9959-ac7339933b63" providerId="ADAL" clId="{AB1EB7D2-79E2-4C04-AAEA-C371D5028B4E}" dt="2024-04-12T06:32:14.783" v="1200" actId="478"/>
          <ac:picMkLst>
            <pc:docMk/>
            <pc:sldMk cId="2469013647" sldId="293"/>
            <ac:picMk id="8" creationId="{B1AC02BC-94C5-F9B0-3176-A0E51DF919CE}"/>
          </ac:picMkLst>
        </pc:picChg>
      </pc:sldChg>
      <pc:sldChg chg="del">
        <pc:chgData name="Phaneendra, Vuluvala (Contractor)" userId="677a163f-d2c2-4e9a-9959-ac7339933b63" providerId="ADAL" clId="{AB1EB7D2-79E2-4C04-AAEA-C371D5028B4E}" dt="2024-04-12T05:57:35.428" v="9" actId="2696"/>
        <pc:sldMkLst>
          <pc:docMk/>
          <pc:sldMk cId="2494248988" sldId="293"/>
        </pc:sldMkLst>
      </pc:sldChg>
      <pc:sldChg chg="del">
        <pc:chgData name="Phaneendra, Vuluvala (Contractor)" userId="677a163f-d2c2-4e9a-9959-ac7339933b63" providerId="ADAL" clId="{AB1EB7D2-79E2-4C04-AAEA-C371D5028B4E}" dt="2024-04-12T05:57:32.801" v="8" actId="2696"/>
        <pc:sldMkLst>
          <pc:docMk/>
          <pc:sldMk cId="409353411" sldId="294"/>
        </pc:sldMkLst>
      </pc:sldChg>
      <pc:sldChg chg="del">
        <pc:chgData name="Phaneendra, Vuluvala (Contractor)" userId="677a163f-d2c2-4e9a-9959-ac7339933b63" providerId="ADAL" clId="{AB1EB7D2-79E2-4C04-AAEA-C371D5028B4E}" dt="2024-04-12T05:57:30.691" v="7" actId="2696"/>
        <pc:sldMkLst>
          <pc:docMk/>
          <pc:sldMk cId="643280494" sldId="295"/>
        </pc:sldMkLst>
      </pc:sldChg>
      <pc:sldChg chg="del">
        <pc:chgData name="Phaneendra, Vuluvala (Contractor)" userId="677a163f-d2c2-4e9a-9959-ac7339933b63" providerId="ADAL" clId="{AB1EB7D2-79E2-4C04-AAEA-C371D5028B4E}" dt="2024-04-12T05:57:26.358" v="6" actId="2696"/>
        <pc:sldMkLst>
          <pc:docMk/>
          <pc:sldMk cId="1887566844" sldId="296"/>
        </pc:sldMkLst>
      </pc:sldChg>
    </pc:docChg>
  </pc:docChgLst>
  <pc:docChgLst>
    <pc:chgData name="Moses, Thalluri (Contractor)" userId="5e5be7f4-fe99-4105-9b18-73adfb1b3447" providerId="ADAL" clId="{27C08253-4548-4C29-93D4-CF0C412975BE}"/>
    <pc:docChg chg="undo custSel addSld delSld modSld sldOrd">
      <pc:chgData name="Moses, Thalluri (Contractor)" userId="5e5be7f4-fe99-4105-9b18-73adfb1b3447" providerId="ADAL" clId="{27C08253-4548-4C29-93D4-CF0C412975BE}" dt="2024-04-11T10:49:20" v="2680"/>
      <pc:docMkLst>
        <pc:docMk/>
      </pc:docMkLst>
      <pc:sldChg chg="modSp mod">
        <pc:chgData name="Moses, Thalluri (Contractor)" userId="5e5be7f4-fe99-4105-9b18-73adfb1b3447" providerId="ADAL" clId="{27C08253-4548-4C29-93D4-CF0C412975BE}" dt="2024-04-10T18:41:21.729" v="24" actId="14100"/>
        <pc:sldMkLst>
          <pc:docMk/>
          <pc:sldMk cId="2586058810" sldId="256"/>
        </pc:sldMkLst>
        <pc:spChg chg="mod">
          <ac:chgData name="Moses, Thalluri (Contractor)" userId="5e5be7f4-fe99-4105-9b18-73adfb1b3447" providerId="ADAL" clId="{27C08253-4548-4C29-93D4-CF0C412975BE}" dt="2024-04-10T18:41:21.729" v="24" actId="14100"/>
          <ac:spMkLst>
            <pc:docMk/>
            <pc:sldMk cId="2586058810" sldId="256"/>
            <ac:spMk id="2" creationId="{CFE75451-6A4B-484B-9ED1-353CCE25B0F4}"/>
          </ac:spMkLst>
        </pc:spChg>
      </pc:sldChg>
      <pc:sldChg chg="del ord">
        <pc:chgData name="Moses, Thalluri (Contractor)" userId="5e5be7f4-fe99-4105-9b18-73adfb1b3447" providerId="ADAL" clId="{27C08253-4548-4C29-93D4-CF0C412975BE}" dt="2024-04-10T19:19:14.648" v="731" actId="47"/>
        <pc:sldMkLst>
          <pc:docMk/>
          <pc:sldMk cId="3571516367" sldId="258"/>
        </pc:sldMkLst>
      </pc:sldChg>
      <pc:sldChg chg="modSp mod">
        <pc:chgData name="Moses, Thalluri (Contractor)" userId="5e5be7f4-fe99-4105-9b18-73adfb1b3447" providerId="ADAL" clId="{27C08253-4548-4C29-93D4-CF0C412975BE}" dt="2024-04-11T04:29:07.348" v="1809"/>
        <pc:sldMkLst>
          <pc:docMk/>
          <pc:sldMk cId="3444762997" sldId="283"/>
        </pc:sldMkLst>
        <pc:graphicFrameChg chg="mod">
          <ac:chgData name="Moses, Thalluri (Contractor)" userId="5e5be7f4-fe99-4105-9b18-73adfb1b3447" providerId="ADAL" clId="{27C08253-4548-4C29-93D4-CF0C412975BE}" dt="2024-04-11T04:29:07.348" v="1809"/>
          <ac:graphicFrameMkLst>
            <pc:docMk/>
            <pc:sldMk cId="3444762997" sldId="283"/>
            <ac:graphicFrameMk id="5" creationId="{0B8F69CF-6471-E7F7-E0A2-1E1C9BB50B59}"/>
          </ac:graphicFrameMkLst>
        </pc:graphicFrameChg>
      </pc:sldChg>
      <pc:sldChg chg="del">
        <pc:chgData name="Moses, Thalluri (Contractor)" userId="5e5be7f4-fe99-4105-9b18-73adfb1b3447" providerId="ADAL" clId="{27C08253-4548-4C29-93D4-CF0C412975BE}" dt="2024-04-10T19:38:19.662" v="1687" actId="47"/>
        <pc:sldMkLst>
          <pc:docMk/>
          <pc:sldMk cId="763725821" sldId="284"/>
        </pc:sldMkLst>
      </pc:sldChg>
      <pc:sldChg chg="del">
        <pc:chgData name="Moses, Thalluri (Contractor)" userId="5e5be7f4-fe99-4105-9b18-73adfb1b3447" providerId="ADAL" clId="{27C08253-4548-4C29-93D4-CF0C412975BE}" dt="2024-04-10T19:38:20.667" v="1688" actId="47"/>
        <pc:sldMkLst>
          <pc:docMk/>
          <pc:sldMk cId="1852265281" sldId="285"/>
        </pc:sldMkLst>
      </pc:sldChg>
      <pc:sldChg chg="del">
        <pc:chgData name="Moses, Thalluri (Contractor)" userId="5e5be7f4-fe99-4105-9b18-73adfb1b3447" providerId="ADAL" clId="{27C08253-4548-4C29-93D4-CF0C412975BE}" dt="2024-04-10T19:38:21.715" v="1689" actId="47"/>
        <pc:sldMkLst>
          <pc:docMk/>
          <pc:sldMk cId="1222527343" sldId="286"/>
        </pc:sldMkLst>
      </pc:sldChg>
      <pc:sldChg chg="del">
        <pc:chgData name="Moses, Thalluri (Contractor)" userId="5e5be7f4-fe99-4105-9b18-73adfb1b3447" providerId="ADAL" clId="{27C08253-4548-4C29-93D4-CF0C412975BE}" dt="2024-04-10T19:38:22.591" v="1690" actId="47"/>
        <pc:sldMkLst>
          <pc:docMk/>
          <pc:sldMk cId="2639103728" sldId="287"/>
        </pc:sldMkLst>
      </pc:sldChg>
      <pc:sldChg chg="addSp delSp modSp add mod">
        <pc:chgData name="Moses, Thalluri (Contractor)" userId="5e5be7f4-fe99-4105-9b18-73adfb1b3447" providerId="ADAL" clId="{27C08253-4548-4C29-93D4-CF0C412975BE}" dt="2024-04-11T04:20:21.531" v="1783" actId="20577"/>
        <pc:sldMkLst>
          <pc:docMk/>
          <pc:sldMk cId="3952055454" sldId="288"/>
        </pc:sldMkLst>
        <pc:spChg chg="add del mod">
          <ac:chgData name="Moses, Thalluri (Contractor)" userId="5e5be7f4-fe99-4105-9b18-73adfb1b3447" providerId="ADAL" clId="{27C08253-4548-4C29-93D4-CF0C412975BE}" dt="2024-04-10T18:46:36.990" v="29" actId="478"/>
          <ac:spMkLst>
            <pc:docMk/>
            <pc:sldMk cId="3952055454" sldId="288"/>
            <ac:spMk id="3" creationId="{B94C96B5-9A8E-F279-1118-F615A0F7057B}"/>
          </ac:spMkLst>
        </pc:spChg>
        <pc:spChg chg="add mod">
          <ac:chgData name="Moses, Thalluri (Contractor)" userId="5e5be7f4-fe99-4105-9b18-73adfb1b3447" providerId="ADAL" clId="{27C08253-4548-4C29-93D4-CF0C412975BE}" dt="2024-04-10T18:58:00.424" v="376" actId="1076"/>
          <ac:spMkLst>
            <pc:docMk/>
            <pc:sldMk cId="3952055454" sldId="288"/>
            <ac:spMk id="5" creationId="{F60EF772-B548-572D-BD3D-8025E892EA6E}"/>
          </ac:spMkLst>
        </pc:spChg>
        <pc:spChg chg="del">
          <ac:chgData name="Moses, Thalluri (Contractor)" userId="5e5be7f4-fe99-4105-9b18-73adfb1b3447" providerId="ADAL" clId="{27C08253-4548-4C29-93D4-CF0C412975BE}" dt="2024-04-10T18:46:34.516" v="28" actId="478"/>
          <ac:spMkLst>
            <pc:docMk/>
            <pc:sldMk cId="3952055454" sldId="288"/>
            <ac:spMk id="9" creationId="{1EBB2772-F5C2-7DA1-F3B4-B97BE207886B}"/>
          </ac:spMkLst>
        </pc:spChg>
        <pc:spChg chg="del">
          <ac:chgData name="Moses, Thalluri (Contractor)" userId="5e5be7f4-fe99-4105-9b18-73adfb1b3447" providerId="ADAL" clId="{27C08253-4548-4C29-93D4-CF0C412975BE}" dt="2024-04-10T18:46:34.516" v="28" actId="478"/>
          <ac:spMkLst>
            <pc:docMk/>
            <pc:sldMk cId="3952055454" sldId="288"/>
            <ac:spMk id="11" creationId="{206FEAB7-A1DE-B6C0-31DD-8F623ED50779}"/>
          </ac:spMkLst>
        </pc:spChg>
        <pc:spChg chg="del">
          <ac:chgData name="Moses, Thalluri (Contractor)" userId="5e5be7f4-fe99-4105-9b18-73adfb1b3447" providerId="ADAL" clId="{27C08253-4548-4C29-93D4-CF0C412975BE}" dt="2024-04-10T18:46:34.516" v="28" actId="478"/>
          <ac:spMkLst>
            <pc:docMk/>
            <pc:sldMk cId="3952055454" sldId="288"/>
            <ac:spMk id="12" creationId="{409E3E2C-4150-CECC-0B43-BF0114EB0A87}"/>
          </ac:spMkLst>
        </pc:spChg>
        <pc:spChg chg="del">
          <ac:chgData name="Moses, Thalluri (Contractor)" userId="5e5be7f4-fe99-4105-9b18-73adfb1b3447" providerId="ADAL" clId="{27C08253-4548-4C29-93D4-CF0C412975BE}" dt="2024-04-10T18:46:34.516" v="28" actId="478"/>
          <ac:spMkLst>
            <pc:docMk/>
            <pc:sldMk cId="3952055454" sldId="288"/>
            <ac:spMk id="13" creationId="{7FD8EAFF-A043-8210-AC2D-2B50F8FD3B20}"/>
          </ac:spMkLst>
        </pc:spChg>
        <pc:spChg chg="del">
          <ac:chgData name="Moses, Thalluri (Contractor)" userId="5e5be7f4-fe99-4105-9b18-73adfb1b3447" providerId="ADAL" clId="{27C08253-4548-4C29-93D4-CF0C412975BE}" dt="2024-04-10T18:46:34.516" v="28" actId="478"/>
          <ac:spMkLst>
            <pc:docMk/>
            <pc:sldMk cId="3952055454" sldId="288"/>
            <ac:spMk id="14" creationId="{EB6040A5-8C67-1392-B133-3B8FF04EEC61}"/>
          </ac:spMkLst>
        </pc:spChg>
        <pc:graphicFrameChg chg="add mod">
          <ac:chgData name="Moses, Thalluri (Contractor)" userId="5e5be7f4-fe99-4105-9b18-73adfb1b3447" providerId="ADAL" clId="{27C08253-4548-4C29-93D4-CF0C412975BE}" dt="2024-04-10T19:30:56.393" v="1305"/>
          <ac:graphicFrameMkLst>
            <pc:docMk/>
            <pc:sldMk cId="3952055454" sldId="288"/>
            <ac:graphicFrameMk id="4" creationId="{9E9C5FC5-5DE9-6E9A-8C40-4B9443E33E98}"/>
          </ac:graphicFrameMkLst>
        </pc:graphicFrameChg>
        <pc:graphicFrameChg chg="del">
          <ac:chgData name="Moses, Thalluri (Contractor)" userId="5e5be7f4-fe99-4105-9b18-73adfb1b3447" providerId="ADAL" clId="{27C08253-4548-4C29-93D4-CF0C412975BE}" dt="2024-04-10T18:46:34.516" v="28" actId="478"/>
          <ac:graphicFrameMkLst>
            <pc:docMk/>
            <pc:sldMk cId="3952055454" sldId="288"/>
            <ac:graphicFrameMk id="6" creationId="{B47C1D8B-E41E-9F87-608C-C530A58B17D9}"/>
          </ac:graphicFrameMkLst>
        </pc:graphicFrameChg>
        <pc:graphicFrameChg chg="add mod">
          <ac:chgData name="Moses, Thalluri (Contractor)" userId="5e5be7f4-fe99-4105-9b18-73adfb1b3447" providerId="ADAL" clId="{27C08253-4548-4C29-93D4-CF0C412975BE}" dt="2024-04-11T04:20:21.531" v="1783" actId="20577"/>
          <ac:graphicFrameMkLst>
            <pc:docMk/>
            <pc:sldMk cId="3952055454" sldId="288"/>
            <ac:graphicFrameMk id="7" creationId="{045469B0-A636-45EB-3BA9-60E7986589B4}"/>
          </ac:graphicFrameMkLst>
        </pc:graphicFrameChg>
        <pc:graphicFrameChg chg="del">
          <ac:chgData name="Moses, Thalluri (Contractor)" userId="5e5be7f4-fe99-4105-9b18-73adfb1b3447" providerId="ADAL" clId="{27C08253-4548-4C29-93D4-CF0C412975BE}" dt="2024-04-10T18:46:34.516" v="28" actId="478"/>
          <ac:graphicFrameMkLst>
            <pc:docMk/>
            <pc:sldMk cId="3952055454" sldId="288"/>
            <ac:graphicFrameMk id="10" creationId="{BC2AFAE5-B349-827F-B88D-52D946B45BBD}"/>
          </ac:graphicFrameMkLst>
        </pc:graphicFrameChg>
        <pc:cxnChg chg="add mod">
          <ac:chgData name="Moses, Thalluri (Contractor)" userId="5e5be7f4-fe99-4105-9b18-73adfb1b3447" providerId="ADAL" clId="{27C08253-4548-4C29-93D4-CF0C412975BE}" dt="2024-04-10T19:11:51.388" v="668" actId="1076"/>
          <ac:cxnSpMkLst>
            <pc:docMk/>
            <pc:sldMk cId="3952055454" sldId="288"/>
            <ac:cxnSpMk id="15" creationId="{F4719564-9C24-91F5-299E-60229CB2F9A1}"/>
          </ac:cxnSpMkLst>
        </pc:cxnChg>
      </pc:sldChg>
      <pc:sldChg chg="new del">
        <pc:chgData name="Moses, Thalluri (Contractor)" userId="5e5be7f4-fe99-4105-9b18-73adfb1b3447" providerId="ADAL" clId="{27C08253-4548-4C29-93D4-CF0C412975BE}" dt="2024-04-10T19:02:36.107" v="515" actId="47"/>
        <pc:sldMkLst>
          <pc:docMk/>
          <pc:sldMk cId="874407276" sldId="289"/>
        </pc:sldMkLst>
      </pc:sldChg>
      <pc:sldChg chg="addSp delSp modSp add mod ord">
        <pc:chgData name="Moses, Thalluri (Contractor)" userId="5e5be7f4-fe99-4105-9b18-73adfb1b3447" providerId="ADAL" clId="{27C08253-4548-4C29-93D4-CF0C412975BE}" dt="2024-04-11T10:49:20" v="2680"/>
        <pc:sldMkLst>
          <pc:docMk/>
          <pc:sldMk cId="3151952021" sldId="289"/>
        </pc:sldMkLst>
        <pc:spChg chg="mod">
          <ac:chgData name="Moses, Thalluri (Contractor)" userId="5e5be7f4-fe99-4105-9b18-73adfb1b3447" providerId="ADAL" clId="{27C08253-4548-4C29-93D4-CF0C412975BE}" dt="2024-04-10T19:10:01.120" v="666" actId="1076"/>
          <ac:spMkLst>
            <pc:docMk/>
            <pc:sldMk cId="3151952021" sldId="289"/>
            <ac:spMk id="5" creationId="{CF22B95F-47F9-88D1-684A-EAC066D0A76C}"/>
          </ac:spMkLst>
        </pc:spChg>
        <pc:graphicFrameChg chg="add del mod">
          <ac:chgData name="Moses, Thalluri (Contractor)" userId="5e5be7f4-fe99-4105-9b18-73adfb1b3447" providerId="ADAL" clId="{27C08253-4548-4C29-93D4-CF0C412975BE}" dt="2024-04-10T19:09:09.009" v="661" actId="478"/>
          <ac:graphicFrameMkLst>
            <pc:docMk/>
            <pc:sldMk cId="3151952021" sldId="289"/>
            <ac:graphicFrameMk id="2" creationId="{58AB5B95-E243-F447-A892-8260D8C76782}"/>
          </ac:graphicFrameMkLst>
        </pc:graphicFrameChg>
        <pc:graphicFrameChg chg="add del mod">
          <ac:chgData name="Moses, Thalluri (Contractor)" userId="5e5be7f4-fe99-4105-9b18-73adfb1b3447" providerId="ADAL" clId="{27C08253-4548-4C29-93D4-CF0C412975BE}" dt="2024-04-10T19:09:44.092" v="663" actId="478"/>
          <ac:graphicFrameMkLst>
            <pc:docMk/>
            <pc:sldMk cId="3151952021" sldId="289"/>
            <ac:graphicFrameMk id="3" creationId="{8371BC82-CB47-C264-E373-00C16753A607}"/>
          </ac:graphicFrameMkLst>
        </pc:graphicFrameChg>
        <pc:graphicFrameChg chg="mod">
          <ac:chgData name="Moses, Thalluri (Contractor)" userId="5e5be7f4-fe99-4105-9b18-73adfb1b3447" providerId="ADAL" clId="{27C08253-4548-4C29-93D4-CF0C412975BE}" dt="2024-04-10T19:10:03.559" v="667" actId="1076"/>
          <ac:graphicFrameMkLst>
            <pc:docMk/>
            <pc:sldMk cId="3151952021" sldId="289"/>
            <ac:graphicFrameMk id="4" creationId="{5A23928D-5A4A-0211-E5FB-9976970F7AA6}"/>
          </ac:graphicFrameMkLst>
        </pc:graphicFrameChg>
        <pc:graphicFrameChg chg="add del mod">
          <ac:chgData name="Moses, Thalluri (Contractor)" userId="5e5be7f4-fe99-4105-9b18-73adfb1b3447" providerId="ADAL" clId="{27C08253-4548-4C29-93D4-CF0C412975BE}" dt="2024-04-10T19:14:44.787" v="687" actId="478"/>
          <ac:graphicFrameMkLst>
            <pc:docMk/>
            <pc:sldMk cId="3151952021" sldId="289"/>
            <ac:graphicFrameMk id="6" creationId="{84779899-A90D-6740-C5D0-03335B27E9AA}"/>
          </ac:graphicFrameMkLst>
        </pc:graphicFrameChg>
        <pc:graphicFrameChg chg="del mod">
          <ac:chgData name="Moses, Thalluri (Contractor)" userId="5e5be7f4-fe99-4105-9b18-73adfb1b3447" providerId="ADAL" clId="{27C08253-4548-4C29-93D4-CF0C412975BE}" dt="2024-04-10T19:06:24.326" v="630" actId="478"/>
          <ac:graphicFrameMkLst>
            <pc:docMk/>
            <pc:sldMk cId="3151952021" sldId="289"/>
            <ac:graphicFrameMk id="7" creationId="{7D39C48A-7D30-E28C-802F-A41E6EF04F53}"/>
          </ac:graphicFrameMkLst>
        </pc:graphicFrameChg>
        <pc:graphicFrameChg chg="add del mod">
          <ac:chgData name="Moses, Thalluri (Contractor)" userId="5e5be7f4-fe99-4105-9b18-73adfb1b3447" providerId="ADAL" clId="{27C08253-4548-4C29-93D4-CF0C412975BE}" dt="2024-04-10T19:14:35.998" v="684" actId="478"/>
          <ac:graphicFrameMkLst>
            <pc:docMk/>
            <pc:sldMk cId="3151952021" sldId="289"/>
            <ac:graphicFrameMk id="8" creationId="{F8A956FE-B115-BE12-7F8E-284DBB338355}"/>
          </ac:graphicFrameMkLst>
        </pc:graphicFrameChg>
        <pc:picChg chg="add mod modCrop">
          <ac:chgData name="Moses, Thalluri (Contractor)" userId="5e5be7f4-fe99-4105-9b18-73adfb1b3447" providerId="ADAL" clId="{27C08253-4548-4C29-93D4-CF0C412975BE}" dt="2024-04-10T19:18:13.700" v="720" actId="208"/>
          <ac:picMkLst>
            <pc:docMk/>
            <pc:sldMk cId="3151952021" sldId="289"/>
            <ac:picMk id="10" creationId="{2482EFE4-DA86-34FA-7805-484AB284F809}"/>
          </ac:picMkLst>
        </pc:picChg>
        <pc:picChg chg="add mod modCrop">
          <ac:chgData name="Moses, Thalluri (Contractor)" userId="5e5be7f4-fe99-4105-9b18-73adfb1b3447" providerId="ADAL" clId="{27C08253-4548-4C29-93D4-CF0C412975BE}" dt="2024-04-10T19:18:35.715" v="727" actId="1076"/>
          <ac:picMkLst>
            <pc:docMk/>
            <pc:sldMk cId="3151952021" sldId="289"/>
            <ac:picMk id="12" creationId="{17DCBF3E-81EE-C018-C2D8-44D26DAF8A63}"/>
          </ac:picMkLst>
        </pc:picChg>
        <pc:picChg chg="add mod">
          <ac:chgData name="Moses, Thalluri (Contractor)" userId="5e5be7f4-fe99-4105-9b18-73adfb1b3447" providerId="ADAL" clId="{27C08253-4548-4C29-93D4-CF0C412975BE}" dt="2024-04-10T19:18:53.601" v="730" actId="1076"/>
          <ac:picMkLst>
            <pc:docMk/>
            <pc:sldMk cId="3151952021" sldId="289"/>
            <ac:picMk id="14" creationId="{3B336155-AF11-CBB7-2565-3BD7D0EDEF54}"/>
          </ac:picMkLst>
        </pc:picChg>
        <pc:cxnChg chg="del">
          <ac:chgData name="Moses, Thalluri (Contractor)" userId="5e5be7f4-fe99-4105-9b18-73adfb1b3447" providerId="ADAL" clId="{27C08253-4548-4C29-93D4-CF0C412975BE}" dt="2024-04-10T19:06:21.799" v="628" actId="478"/>
          <ac:cxnSpMkLst>
            <pc:docMk/>
            <pc:sldMk cId="3151952021" sldId="289"/>
            <ac:cxnSpMk id="15" creationId="{E3E68EDC-9971-5DA4-62E3-AC7AF4E171DE}"/>
          </ac:cxnSpMkLst>
        </pc:cxnChg>
      </pc:sldChg>
      <pc:sldChg chg="delSp new del mod">
        <pc:chgData name="Moses, Thalluri (Contractor)" userId="5e5be7f4-fe99-4105-9b18-73adfb1b3447" providerId="ADAL" clId="{27C08253-4548-4C29-93D4-CF0C412975BE}" dt="2024-04-10T19:20:04.833" v="735" actId="47"/>
        <pc:sldMkLst>
          <pc:docMk/>
          <pc:sldMk cId="1889350929" sldId="290"/>
        </pc:sldMkLst>
        <pc:spChg chg="del">
          <ac:chgData name="Moses, Thalluri (Contractor)" userId="5e5be7f4-fe99-4105-9b18-73adfb1b3447" providerId="ADAL" clId="{27C08253-4548-4C29-93D4-CF0C412975BE}" dt="2024-04-10T19:19:36.675" v="733" actId="478"/>
          <ac:spMkLst>
            <pc:docMk/>
            <pc:sldMk cId="1889350929" sldId="290"/>
            <ac:spMk id="2" creationId="{6C6CA98E-34EC-CF3E-E67A-47457EEA1169}"/>
          </ac:spMkLst>
        </pc:spChg>
        <pc:spChg chg="del">
          <ac:chgData name="Moses, Thalluri (Contractor)" userId="5e5be7f4-fe99-4105-9b18-73adfb1b3447" providerId="ADAL" clId="{27C08253-4548-4C29-93D4-CF0C412975BE}" dt="2024-04-10T19:19:39.845" v="734" actId="478"/>
          <ac:spMkLst>
            <pc:docMk/>
            <pc:sldMk cId="1889350929" sldId="290"/>
            <ac:spMk id="3" creationId="{96826DA1-768A-9E74-19BC-5EA152E02F4D}"/>
          </ac:spMkLst>
        </pc:spChg>
      </pc:sldChg>
      <pc:sldChg chg="addSp delSp modSp add mod">
        <pc:chgData name="Moses, Thalluri (Contractor)" userId="5e5be7f4-fe99-4105-9b18-73adfb1b3447" providerId="ADAL" clId="{27C08253-4548-4C29-93D4-CF0C412975BE}" dt="2024-04-10T19:24:21.046" v="896" actId="1076"/>
        <pc:sldMkLst>
          <pc:docMk/>
          <pc:sldMk cId="3421206555" sldId="290"/>
        </pc:sldMkLst>
        <pc:spChg chg="add mod">
          <ac:chgData name="Moses, Thalluri (Contractor)" userId="5e5be7f4-fe99-4105-9b18-73adfb1b3447" providerId="ADAL" clId="{27C08253-4548-4C29-93D4-CF0C412975BE}" dt="2024-04-10T19:24:11.697" v="894" actId="1076"/>
          <ac:spMkLst>
            <pc:docMk/>
            <pc:sldMk cId="3421206555" sldId="290"/>
            <ac:spMk id="2" creationId="{8513230A-A850-24E3-3006-C365D7F0F5D8}"/>
          </ac:spMkLst>
        </pc:spChg>
        <pc:spChg chg="add mod">
          <ac:chgData name="Moses, Thalluri (Contractor)" userId="5e5be7f4-fe99-4105-9b18-73adfb1b3447" providerId="ADAL" clId="{27C08253-4548-4C29-93D4-CF0C412975BE}" dt="2024-04-10T19:24:16.670" v="895" actId="1076"/>
          <ac:spMkLst>
            <pc:docMk/>
            <pc:sldMk cId="3421206555" sldId="290"/>
            <ac:spMk id="3" creationId="{B0803CD5-D3D1-37DD-0D7F-7B138F6646FE}"/>
          </ac:spMkLst>
        </pc:spChg>
        <pc:spChg chg="mod">
          <ac:chgData name="Moses, Thalluri (Contractor)" userId="5e5be7f4-fe99-4105-9b18-73adfb1b3447" providerId="ADAL" clId="{27C08253-4548-4C29-93D4-CF0C412975BE}" dt="2024-04-10T19:20:14.663" v="746" actId="20577"/>
          <ac:spMkLst>
            <pc:docMk/>
            <pc:sldMk cId="3421206555" sldId="290"/>
            <ac:spMk id="5" creationId="{1FDE1E80-83B4-B10E-7837-AC76FE744041}"/>
          </ac:spMkLst>
        </pc:spChg>
        <pc:spChg chg="add mod">
          <ac:chgData name="Moses, Thalluri (Contractor)" userId="5e5be7f4-fe99-4105-9b18-73adfb1b3447" providerId="ADAL" clId="{27C08253-4548-4C29-93D4-CF0C412975BE}" dt="2024-04-10T19:24:21.046" v="896" actId="1076"/>
          <ac:spMkLst>
            <pc:docMk/>
            <pc:sldMk cId="3421206555" sldId="290"/>
            <ac:spMk id="6" creationId="{37054DF4-D3B1-4DCC-AED4-0B4F5909A1EF}"/>
          </ac:spMkLst>
        </pc:spChg>
        <pc:graphicFrameChg chg="mod">
          <ac:chgData name="Moses, Thalluri (Contractor)" userId="5e5be7f4-fe99-4105-9b18-73adfb1b3447" providerId="ADAL" clId="{27C08253-4548-4C29-93D4-CF0C412975BE}" dt="2024-04-10T19:23:48.553" v="887" actId="1076"/>
          <ac:graphicFrameMkLst>
            <pc:docMk/>
            <pc:sldMk cId="3421206555" sldId="290"/>
            <ac:graphicFrameMk id="4" creationId="{67D2597E-998B-327C-2B7C-687CD3DA66B8}"/>
          </ac:graphicFrameMkLst>
        </pc:graphicFrameChg>
        <pc:picChg chg="del">
          <ac:chgData name="Moses, Thalluri (Contractor)" userId="5e5be7f4-fe99-4105-9b18-73adfb1b3447" providerId="ADAL" clId="{27C08253-4548-4C29-93D4-CF0C412975BE}" dt="2024-04-10T19:20:18.968" v="747" actId="478"/>
          <ac:picMkLst>
            <pc:docMk/>
            <pc:sldMk cId="3421206555" sldId="290"/>
            <ac:picMk id="10" creationId="{CF329FBD-042A-169C-163F-D512EA867F5B}"/>
          </ac:picMkLst>
        </pc:picChg>
        <pc:picChg chg="del">
          <ac:chgData name="Moses, Thalluri (Contractor)" userId="5e5be7f4-fe99-4105-9b18-73adfb1b3447" providerId="ADAL" clId="{27C08253-4548-4C29-93D4-CF0C412975BE}" dt="2024-04-10T19:20:19.593" v="748" actId="478"/>
          <ac:picMkLst>
            <pc:docMk/>
            <pc:sldMk cId="3421206555" sldId="290"/>
            <ac:picMk id="12" creationId="{9E09DCA0-1A8E-736D-5D86-497FB5C41833}"/>
          </ac:picMkLst>
        </pc:picChg>
        <pc:picChg chg="del">
          <ac:chgData name="Moses, Thalluri (Contractor)" userId="5e5be7f4-fe99-4105-9b18-73adfb1b3447" providerId="ADAL" clId="{27C08253-4548-4C29-93D4-CF0C412975BE}" dt="2024-04-10T19:20:20.323" v="749" actId="478"/>
          <ac:picMkLst>
            <pc:docMk/>
            <pc:sldMk cId="3421206555" sldId="290"/>
            <ac:picMk id="14" creationId="{02817087-E25E-509B-D7CE-DA2CC4A87D94}"/>
          </ac:picMkLst>
        </pc:picChg>
      </pc:sldChg>
      <pc:sldChg chg="modSp add">
        <pc:chgData name="Moses, Thalluri (Contractor)" userId="5e5be7f4-fe99-4105-9b18-73adfb1b3447" providerId="ADAL" clId="{27C08253-4548-4C29-93D4-CF0C412975BE}" dt="2024-04-11T04:54:30.698" v="2631" actId="20577"/>
        <pc:sldMkLst>
          <pc:docMk/>
          <pc:sldMk cId="3257004331" sldId="291"/>
        </pc:sldMkLst>
        <pc:graphicFrameChg chg="mod">
          <ac:chgData name="Moses, Thalluri (Contractor)" userId="5e5be7f4-fe99-4105-9b18-73adfb1b3447" providerId="ADAL" clId="{27C08253-4548-4C29-93D4-CF0C412975BE}" dt="2024-04-11T04:54:30.698" v="2631" actId="20577"/>
          <ac:graphicFrameMkLst>
            <pc:docMk/>
            <pc:sldMk cId="3257004331" sldId="291"/>
            <ac:graphicFrameMk id="5" creationId="{78D7F75C-F6F2-CB69-F612-109FC6F0FDB2}"/>
          </ac:graphicFrameMkLst>
        </pc:graphicFrameChg>
      </pc:sldChg>
      <pc:sldChg chg="addSp delSp modSp new mod">
        <pc:chgData name="Moses, Thalluri (Contractor)" userId="5e5be7f4-fe99-4105-9b18-73adfb1b3447" providerId="ADAL" clId="{27C08253-4548-4C29-93D4-CF0C412975BE}" dt="2024-04-11T04:59:25.750" v="2676" actId="14100"/>
        <pc:sldMkLst>
          <pc:docMk/>
          <pc:sldMk cId="341371523" sldId="292"/>
        </pc:sldMkLst>
        <pc:spChg chg="mod">
          <ac:chgData name="Moses, Thalluri (Contractor)" userId="5e5be7f4-fe99-4105-9b18-73adfb1b3447" providerId="ADAL" clId="{27C08253-4548-4C29-93D4-CF0C412975BE}" dt="2024-04-11T04:57:23.662" v="2650" actId="14100"/>
          <ac:spMkLst>
            <pc:docMk/>
            <pc:sldMk cId="341371523" sldId="292"/>
            <ac:spMk id="2" creationId="{90F60F58-A4AE-748D-ED02-964C8208D1D6}"/>
          </ac:spMkLst>
        </pc:spChg>
        <pc:spChg chg="del">
          <ac:chgData name="Moses, Thalluri (Contractor)" userId="5e5be7f4-fe99-4105-9b18-73adfb1b3447" providerId="ADAL" clId="{27C08253-4548-4C29-93D4-CF0C412975BE}" dt="2024-04-11T04:56:47.102" v="2633"/>
          <ac:spMkLst>
            <pc:docMk/>
            <pc:sldMk cId="341371523" sldId="292"/>
            <ac:spMk id="3" creationId="{D8A2E940-171E-D9F9-3CF0-0ABB7F27A716}"/>
          </ac:spMkLst>
        </pc:spChg>
        <pc:picChg chg="add mod modCrop">
          <ac:chgData name="Moses, Thalluri (Contractor)" userId="5e5be7f4-fe99-4105-9b18-73adfb1b3447" providerId="ADAL" clId="{27C08253-4548-4C29-93D4-CF0C412975BE}" dt="2024-04-11T04:59:25.750" v="2676" actId="14100"/>
          <ac:picMkLst>
            <pc:docMk/>
            <pc:sldMk cId="341371523" sldId="292"/>
            <ac:picMk id="6" creationId="{62CFABBF-80FA-7AF9-1117-6A3E2CD38590}"/>
          </ac:picMkLst>
        </pc:picChg>
      </pc:sldChg>
      <pc:sldChg chg="addSp delSp modSp new mod">
        <pc:chgData name="Moses, Thalluri (Contractor)" userId="5e5be7f4-fe99-4105-9b18-73adfb1b3447" providerId="ADAL" clId="{27C08253-4548-4C29-93D4-CF0C412975BE}" dt="2024-04-11T04:58:18.663" v="2666" actId="14100"/>
        <pc:sldMkLst>
          <pc:docMk/>
          <pc:sldMk cId="2494248988" sldId="293"/>
        </pc:sldMkLst>
        <pc:spChg chg="del">
          <ac:chgData name="Moses, Thalluri (Contractor)" userId="5e5be7f4-fe99-4105-9b18-73adfb1b3447" providerId="ADAL" clId="{27C08253-4548-4C29-93D4-CF0C412975BE}" dt="2024-04-11T04:56:53.828" v="2635"/>
          <ac:spMkLst>
            <pc:docMk/>
            <pc:sldMk cId="2494248988" sldId="293"/>
            <ac:spMk id="3" creationId="{5C17FC3A-8D8E-5E3C-7204-353038412B3E}"/>
          </ac:spMkLst>
        </pc:spChg>
        <pc:picChg chg="add mod">
          <ac:chgData name="Moses, Thalluri (Contractor)" userId="5e5be7f4-fe99-4105-9b18-73adfb1b3447" providerId="ADAL" clId="{27C08253-4548-4C29-93D4-CF0C412975BE}" dt="2024-04-11T04:58:18.663" v="2666" actId="14100"/>
          <ac:picMkLst>
            <pc:docMk/>
            <pc:sldMk cId="2494248988" sldId="293"/>
            <ac:picMk id="6" creationId="{8F410FB3-A89D-2B3C-3030-5EA8ED04084C}"/>
          </ac:picMkLst>
        </pc:picChg>
      </pc:sldChg>
      <pc:sldChg chg="addSp delSp modSp new mod">
        <pc:chgData name="Moses, Thalluri (Contractor)" userId="5e5be7f4-fe99-4105-9b18-73adfb1b3447" providerId="ADAL" clId="{27C08253-4548-4C29-93D4-CF0C412975BE}" dt="2024-04-11T04:58:24.580" v="2668" actId="14100"/>
        <pc:sldMkLst>
          <pc:docMk/>
          <pc:sldMk cId="409353411" sldId="294"/>
        </pc:sldMkLst>
        <pc:spChg chg="del">
          <ac:chgData name="Moses, Thalluri (Contractor)" userId="5e5be7f4-fe99-4105-9b18-73adfb1b3447" providerId="ADAL" clId="{27C08253-4548-4C29-93D4-CF0C412975BE}" dt="2024-04-11T04:56:58.080" v="2639"/>
          <ac:spMkLst>
            <pc:docMk/>
            <pc:sldMk cId="409353411" sldId="294"/>
            <ac:spMk id="3" creationId="{2C692804-4DAE-3201-0CA2-72965930671F}"/>
          </ac:spMkLst>
        </pc:spChg>
        <pc:picChg chg="add mod">
          <ac:chgData name="Moses, Thalluri (Contractor)" userId="5e5be7f4-fe99-4105-9b18-73adfb1b3447" providerId="ADAL" clId="{27C08253-4548-4C29-93D4-CF0C412975BE}" dt="2024-04-11T04:58:24.580" v="2668" actId="14100"/>
          <ac:picMkLst>
            <pc:docMk/>
            <pc:sldMk cId="409353411" sldId="294"/>
            <ac:picMk id="6" creationId="{5FF65E12-619C-2B48-CE9D-51E6DD6A5DAF}"/>
          </ac:picMkLst>
        </pc:picChg>
      </pc:sldChg>
      <pc:sldChg chg="addSp delSp modSp new mod">
        <pc:chgData name="Moses, Thalluri (Contractor)" userId="5e5be7f4-fe99-4105-9b18-73adfb1b3447" providerId="ADAL" clId="{27C08253-4548-4C29-93D4-CF0C412975BE}" dt="2024-04-11T04:58:33.851" v="2671" actId="1076"/>
        <pc:sldMkLst>
          <pc:docMk/>
          <pc:sldMk cId="643280494" sldId="295"/>
        </pc:sldMkLst>
        <pc:spChg chg="del">
          <ac:chgData name="Moses, Thalluri (Contractor)" userId="5e5be7f4-fe99-4105-9b18-73adfb1b3447" providerId="ADAL" clId="{27C08253-4548-4C29-93D4-CF0C412975BE}" dt="2024-04-11T04:57:02.235" v="2643"/>
          <ac:spMkLst>
            <pc:docMk/>
            <pc:sldMk cId="643280494" sldId="295"/>
            <ac:spMk id="3" creationId="{082204CC-A9A1-7062-E7D4-C861C7B926A7}"/>
          </ac:spMkLst>
        </pc:spChg>
        <pc:picChg chg="add mod">
          <ac:chgData name="Moses, Thalluri (Contractor)" userId="5e5be7f4-fe99-4105-9b18-73adfb1b3447" providerId="ADAL" clId="{27C08253-4548-4C29-93D4-CF0C412975BE}" dt="2024-04-11T04:58:33.851" v="2671" actId="1076"/>
          <ac:picMkLst>
            <pc:docMk/>
            <pc:sldMk cId="643280494" sldId="295"/>
            <ac:picMk id="6" creationId="{C5764091-5B4A-502B-1D5F-FE5CF04BB875}"/>
          </ac:picMkLst>
        </pc:picChg>
      </pc:sldChg>
      <pc:sldChg chg="addSp delSp modSp new mod">
        <pc:chgData name="Moses, Thalluri (Contractor)" userId="5e5be7f4-fe99-4105-9b18-73adfb1b3447" providerId="ADAL" clId="{27C08253-4548-4C29-93D4-CF0C412975BE}" dt="2024-04-11T04:58:47.702" v="2674" actId="14100"/>
        <pc:sldMkLst>
          <pc:docMk/>
          <pc:sldMk cId="1887566844" sldId="296"/>
        </pc:sldMkLst>
        <pc:spChg chg="del">
          <ac:chgData name="Moses, Thalluri (Contractor)" userId="5e5be7f4-fe99-4105-9b18-73adfb1b3447" providerId="ADAL" clId="{27C08253-4548-4C29-93D4-CF0C412975BE}" dt="2024-04-11T04:57:07.816" v="2647"/>
          <ac:spMkLst>
            <pc:docMk/>
            <pc:sldMk cId="1887566844" sldId="296"/>
            <ac:spMk id="3" creationId="{88289B38-7D4C-C93F-72E3-C4EE6DCA19DF}"/>
          </ac:spMkLst>
        </pc:spChg>
        <pc:picChg chg="add mod">
          <ac:chgData name="Moses, Thalluri (Contractor)" userId="5e5be7f4-fe99-4105-9b18-73adfb1b3447" providerId="ADAL" clId="{27C08253-4548-4C29-93D4-CF0C412975BE}" dt="2024-04-11T04:58:47.702" v="2674" actId="14100"/>
          <ac:picMkLst>
            <pc:docMk/>
            <pc:sldMk cId="1887566844" sldId="296"/>
            <ac:picMk id="6" creationId="{95D93687-35FF-1D18-0624-F46EB1F92D33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D2A9CFE-2FE7-4B97-9375-53BCAF04C8DD}" type="doc">
      <dgm:prSet loTypeId="urn:microsoft.com/office/officeart/2005/8/layout/bProcess3" loCatId="process" qsTypeId="urn:microsoft.com/office/officeart/2005/8/quickstyle/simple5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2772702E-7215-455D-A93C-74BF77166B53}">
      <dgm:prSet phldrT="[Text]"/>
      <dgm:spPr/>
      <dgm:t>
        <a:bodyPr/>
        <a:lstStyle/>
        <a:p>
          <a:pPr algn="ctr"/>
          <a:r>
            <a:rPr lang="en-US" dirty="0"/>
            <a:t>TAKE INPUT PS</a:t>
          </a:r>
        </a:p>
      </dgm:t>
    </dgm:pt>
    <dgm:pt modelId="{0BFACB1B-B142-4CC8-B721-839BF0254C45}" type="parTrans" cxnId="{84E6C37F-6A71-4647-BF57-C85B336AC648}">
      <dgm:prSet/>
      <dgm:spPr/>
      <dgm:t>
        <a:bodyPr/>
        <a:lstStyle/>
        <a:p>
          <a:pPr algn="ctr"/>
          <a:endParaRPr lang="en-US"/>
        </a:p>
      </dgm:t>
    </dgm:pt>
    <dgm:pt modelId="{7BE9BA26-DCE2-466F-8A5A-37D65B34FD22}" type="sibTrans" cxnId="{84E6C37F-6A71-4647-BF57-C85B336AC648}">
      <dgm:prSet/>
      <dgm:spPr/>
      <dgm:t>
        <a:bodyPr/>
        <a:lstStyle/>
        <a:p>
          <a:pPr algn="ctr"/>
          <a:endParaRPr lang="en-US"/>
        </a:p>
      </dgm:t>
    </dgm:pt>
    <dgm:pt modelId="{E0A7CB8E-B15E-4C18-A6B3-084C5E071F3A}">
      <dgm:prSet phldrT="[Text]"/>
      <dgm:spPr/>
      <dgm:t>
        <a:bodyPr/>
        <a:lstStyle/>
        <a:p>
          <a:pPr algn="ctr"/>
          <a:r>
            <a:rPr lang="en-US" dirty="0"/>
            <a:t>DEFINE GDG CLUSTER</a:t>
          </a:r>
        </a:p>
      </dgm:t>
    </dgm:pt>
    <dgm:pt modelId="{8FE1A24C-F754-45CB-B580-15F2C78A17A8}" type="parTrans" cxnId="{5B576EBC-C713-451B-9105-49D4993F3774}">
      <dgm:prSet/>
      <dgm:spPr/>
      <dgm:t>
        <a:bodyPr/>
        <a:lstStyle/>
        <a:p>
          <a:pPr algn="ctr"/>
          <a:endParaRPr lang="en-US"/>
        </a:p>
      </dgm:t>
    </dgm:pt>
    <dgm:pt modelId="{D1F80E0C-A361-45A4-AF76-5AC06CC46D39}" type="sibTrans" cxnId="{5B576EBC-C713-451B-9105-49D4993F3774}">
      <dgm:prSet/>
      <dgm:spPr/>
      <dgm:t>
        <a:bodyPr/>
        <a:lstStyle/>
        <a:p>
          <a:pPr algn="ctr"/>
          <a:endParaRPr lang="en-US"/>
        </a:p>
      </dgm:t>
    </dgm:pt>
    <dgm:pt modelId="{4DFE3A66-322E-4BE8-8A0A-81AA8FBBDBE4}">
      <dgm:prSet phldrT="[Text]"/>
      <dgm:spPr/>
      <dgm:t>
        <a:bodyPr/>
        <a:lstStyle/>
        <a:p>
          <a:pPr algn="ctr"/>
          <a:r>
            <a:rPr lang="en-US" dirty="0"/>
            <a:t>BACKUP RECORDS FROM INPUT PS TO GDG</a:t>
          </a:r>
        </a:p>
      </dgm:t>
    </dgm:pt>
    <dgm:pt modelId="{2E0565CE-26A3-4A76-94E3-367DEE0C4809}" type="parTrans" cxnId="{9B829254-4132-4A0D-851E-5404EEE2BAC4}">
      <dgm:prSet/>
      <dgm:spPr/>
      <dgm:t>
        <a:bodyPr/>
        <a:lstStyle/>
        <a:p>
          <a:pPr algn="ctr"/>
          <a:endParaRPr lang="en-US"/>
        </a:p>
      </dgm:t>
    </dgm:pt>
    <dgm:pt modelId="{25E5D0DF-ABE5-456C-9BB3-D941F822D6F0}" type="sibTrans" cxnId="{9B829254-4132-4A0D-851E-5404EEE2BAC4}">
      <dgm:prSet/>
      <dgm:spPr/>
      <dgm:t>
        <a:bodyPr/>
        <a:lstStyle/>
        <a:p>
          <a:pPr algn="ctr"/>
          <a:endParaRPr lang="en-US"/>
        </a:p>
      </dgm:t>
    </dgm:pt>
    <dgm:pt modelId="{23BEED6B-D0CD-4F4A-A543-397B6569F83D}" type="pres">
      <dgm:prSet presAssocID="{7D2A9CFE-2FE7-4B97-9375-53BCAF04C8DD}" presName="Name0" presStyleCnt="0">
        <dgm:presLayoutVars>
          <dgm:dir/>
          <dgm:resizeHandles val="exact"/>
        </dgm:presLayoutVars>
      </dgm:prSet>
      <dgm:spPr/>
    </dgm:pt>
    <dgm:pt modelId="{5B6FCCD4-94AE-4288-8C0A-EFD219A71BE3}" type="pres">
      <dgm:prSet presAssocID="{2772702E-7215-455D-A93C-74BF77166B53}" presName="node" presStyleLbl="node1" presStyleIdx="0" presStyleCnt="3" custLinFactNeighborX="-6134" custLinFactNeighborY="-13594">
        <dgm:presLayoutVars>
          <dgm:bulletEnabled val="1"/>
        </dgm:presLayoutVars>
      </dgm:prSet>
      <dgm:spPr/>
    </dgm:pt>
    <dgm:pt modelId="{F71A636E-F189-4968-B900-F46358BBA59C}" type="pres">
      <dgm:prSet presAssocID="{7BE9BA26-DCE2-466F-8A5A-37D65B34FD22}" presName="sibTrans" presStyleLbl="sibTrans1D1" presStyleIdx="0" presStyleCnt="2"/>
      <dgm:spPr/>
    </dgm:pt>
    <dgm:pt modelId="{7DA8D115-C396-4915-A721-A9465FA34888}" type="pres">
      <dgm:prSet presAssocID="{7BE9BA26-DCE2-466F-8A5A-37D65B34FD22}" presName="connectorText" presStyleLbl="sibTrans1D1" presStyleIdx="0" presStyleCnt="2"/>
      <dgm:spPr/>
    </dgm:pt>
    <dgm:pt modelId="{14386099-C5D9-4BE3-968F-D5BF85799972}" type="pres">
      <dgm:prSet presAssocID="{E0A7CB8E-B15E-4C18-A6B3-084C5E071F3A}" presName="node" presStyleLbl="node1" presStyleIdx="1" presStyleCnt="3">
        <dgm:presLayoutVars>
          <dgm:bulletEnabled val="1"/>
        </dgm:presLayoutVars>
      </dgm:prSet>
      <dgm:spPr/>
    </dgm:pt>
    <dgm:pt modelId="{771D23A2-0471-4202-8C5D-5D524DE6F831}" type="pres">
      <dgm:prSet presAssocID="{D1F80E0C-A361-45A4-AF76-5AC06CC46D39}" presName="sibTrans" presStyleLbl="sibTrans1D1" presStyleIdx="1" presStyleCnt="2"/>
      <dgm:spPr/>
    </dgm:pt>
    <dgm:pt modelId="{23E101C6-219F-42DA-8DCA-86907D2C5F1D}" type="pres">
      <dgm:prSet presAssocID="{D1F80E0C-A361-45A4-AF76-5AC06CC46D39}" presName="connectorText" presStyleLbl="sibTrans1D1" presStyleIdx="1" presStyleCnt="2"/>
      <dgm:spPr/>
    </dgm:pt>
    <dgm:pt modelId="{50D24D2F-0B11-44F7-B753-2A7B8CB14F8C}" type="pres">
      <dgm:prSet presAssocID="{4DFE3A66-322E-4BE8-8A0A-81AA8FBBDBE4}" presName="node" presStyleLbl="node1" presStyleIdx="2" presStyleCnt="3">
        <dgm:presLayoutVars>
          <dgm:bulletEnabled val="1"/>
        </dgm:presLayoutVars>
      </dgm:prSet>
      <dgm:spPr/>
    </dgm:pt>
  </dgm:ptLst>
  <dgm:cxnLst>
    <dgm:cxn modelId="{B7983E06-71B0-4D44-B995-F32D7FBA5FE3}" type="presOf" srcId="{7BE9BA26-DCE2-466F-8A5A-37D65B34FD22}" destId="{7DA8D115-C396-4915-A721-A9465FA34888}" srcOrd="1" destOrd="0" presId="urn:microsoft.com/office/officeart/2005/8/layout/bProcess3"/>
    <dgm:cxn modelId="{7A1D021C-DB36-447D-B10D-23B99BE86A67}" type="presOf" srcId="{D1F80E0C-A361-45A4-AF76-5AC06CC46D39}" destId="{23E101C6-219F-42DA-8DCA-86907D2C5F1D}" srcOrd="1" destOrd="0" presId="urn:microsoft.com/office/officeart/2005/8/layout/bProcess3"/>
    <dgm:cxn modelId="{96E9222E-7AF1-4DC8-BEE2-9584EB9A5948}" type="presOf" srcId="{7D2A9CFE-2FE7-4B97-9375-53BCAF04C8DD}" destId="{23BEED6B-D0CD-4F4A-A543-397B6569F83D}" srcOrd="0" destOrd="0" presId="urn:microsoft.com/office/officeart/2005/8/layout/bProcess3"/>
    <dgm:cxn modelId="{9B829254-4132-4A0D-851E-5404EEE2BAC4}" srcId="{7D2A9CFE-2FE7-4B97-9375-53BCAF04C8DD}" destId="{4DFE3A66-322E-4BE8-8A0A-81AA8FBBDBE4}" srcOrd="2" destOrd="0" parTransId="{2E0565CE-26A3-4A76-94E3-367DEE0C4809}" sibTransId="{25E5D0DF-ABE5-456C-9BB3-D941F822D6F0}"/>
    <dgm:cxn modelId="{84E6C37F-6A71-4647-BF57-C85B336AC648}" srcId="{7D2A9CFE-2FE7-4B97-9375-53BCAF04C8DD}" destId="{2772702E-7215-455D-A93C-74BF77166B53}" srcOrd="0" destOrd="0" parTransId="{0BFACB1B-B142-4CC8-B721-839BF0254C45}" sibTransId="{7BE9BA26-DCE2-466F-8A5A-37D65B34FD22}"/>
    <dgm:cxn modelId="{32C92880-9567-4847-90E0-99B394070092}" type="presOf" srcId="{4DFE3A66-322E-4BE8-8A0A-81AA8FBBDBE4}" destId="{50D24D2F-0B11-44F7-B753-2A7B8CB14F8C}" srcOrd="0" destOrd="0" presId="urn:microsoft.com/office/officeart/2005/8/layout/bProcess3"/>
    <dgm:cxn modelId="{CAA1CC94-C258-4917-A5E2-2C4E816E2ED8}" type="presOf" srcId="{2772702E-7215-455D-A93C-74BF77166B53}" destId="{5B6FCCD4-94AE-4288-8C0A-EFD219A71BE3}" srcOrd="0" destOrd="0" presId="urn:microsoft.com/office/officeart/2005/8/layout/bProcess3"/>
    <dgm:cxn modelId="{5B576EBC-C713-451B-9105-49D4993F3774}" srcId="{7D2A9CFE-2FE7-4B97-9375-53BCAF04C8DD}" destId="{E0A7CB8E-B15E-4C18-A6B3-084C5E071F3A}" srcOrd="1" destOrd="0" parTransId="{8FE1A24C-F754-45CB-B580-15F2C78A17A8}" sibTransId="{D1F80E0C-A361-45A4-AF76-5AC06CC46D39}"/>
    <dgm:cxn modelId="{496E19DA-BECB-4530-A18A-A5C25CEC21FB}" type="presOf" srcId="{7BE9BA26-DCE2-466F-8A5A-37D65B34FD22}" destId="{F71A636E-F189-4968-B900-F46358BBA59C}" srcOrd="0" destOrd="0" presId="urn:microsoft.com/office/officeart/2005/8/layout/bProcess3"/>
    <dgm:cxn modelId="{BCF46DF8-943C-47C6-B38D-36ACC93AA1F5}" type="presOf" srcId="{D1F80E0C-A361-45A4-AF76-5AC06CC46D39}" destId="{771D23A2-0471-4202-8C5D-5D524DE6F831}" srcOrd="0" destOrd="0" presId="urn:microsoft.com/office/officeart/2005/8/layout/bProcess3"/>
    <dgm:cxn modelId="{895CC5FF-59AB-4A02-965E-F40409319523}" type="presOf" srcId="{E0A7CB8E-B15E-4C18-A6B3-084C5E071F3A}" destId="{14386099-C5D9-4BE3-968F-D5BF85799972}" srcOrd="0" destOrd="0" presId="urn:microsoft.com/office/officeart/2005/8/layout/bProcess3"/>
    <dgm:cxn modelId="{D2D417D4-1D6F-412D-BC17-7A5CB420C70D}" type="presParOf" srcId="{23BEED6B-D0CD-4F4A-A543-397B6569F83D}" destId="{5B6FCCD4-94AE-4288-8C0A-EFD219A71BE3}" srcOrd="0" destOrd="0" presId="urn:microsoft.com/office/officeart/2005/8/layout/bProcess3"/>
    <dgm:cxn modelId="{5DA85E0F-ECD6-4396-A8CD-FE933B16AA88}" type="presParOf" srcId="{23BEED6B-D0CD-4F4A-A543-397B6569F83D}" destId="{F71A636E-F189-4968-B900-F46358BBA59C}" srcOrd="1" destOrd="0" presId="urn:microsoft.com/office/officeart/2005/8/layout/bProcess3"/>
    <dgm:cxn modelId="{D6DB0073-95EF-4826-84B1-8DBD74AC534C}" type="presParOf" srcId="{F71A636E-F189-4968-B900-F46358BBA59C}" destId="{7DA8D115-C396-4915-A721-A9465FA34888}" srcOrd="0" destOrd="0" presId="urn:microsoft.com/office/officeart/2005/8/layout/bProcess3"/>
    <dgm:cxn modelId="{745EAF3B-5368-40C8-B546-733C9A0ECE57}" type="presParOf" srcId="{23BEED6B-D0CD-4F4A-A543-397B6569F83D}" destId="{14386099-C5D9-4BE3-968F-D5BF85799972}" srcOrd="2" destOrd="0" presId="urn:microsoft.com/office/officeart/2005/8/layout/bProcess3"/>
    <dgm:cxn modelId="{35CC79BB-B18F-4437-AC5D-2A894C16ADE3}" type="presParOf" srcId="{23BEED6B-D0CD-4F4A-A543-397B6569F83D}" destId="{771D23A2-0471-4202-8C5D-5D524DE6F831}" srcOrd="3" destOrd="0" presId="urn:microsoft.com/office/officeart/2005/8/layout/bProcess3"/>
    <dgm:cxn modelId="{FF1A59EF-4F4D-4C32-A6E1-79E1367C47E4}" type="presParOf" srcId="{771D23A2-0471-4202-8C5D-5D524DE6F831}" destId="{23E101C6-219F-42DA-8DCA-86907D2C5F1D}" srcOrd="0" destOrd="0" presId="urn:microsoft.com/office/officeart/2005/8/layout/bProcess3"/>
    <dgm:cxn modelId="{E4F89FA1-2EE8-48B8-9803-4C275D50CB1E}" type="presParOf" srcId="{23BEED6B-D0CD-4F4A-A543-397B6569F83D}" destId="{50D24D2F-0B11-44F7-B753-2A7B8CB14F8C}" srcOrd="4" destOrd="0" presId="urn:microsoft.com/office/officeart/2005/8/layout/bProcess3"/>
  </dgm:cxnLst>
  <dgm:bg/>
  <dgm:whole>
    <a:ln w="9525" cap="flat" cmpd="sng" algn="ctr">
      <a:noFill/>
      <a:prstDash val="solid"/>
      <a:round/>
      <a:headEnd type="none" w="med" len="med"/>
      <a:tailEnd type="none" w="med" len="med"/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D2A9CFE-2FE7-4B97-9375-53BCAF04C8DD}" type="doc">
      <dgm:prSet loTypeId="urn:microsoft.com/office/officeart/2005/8/layout/bProcess3" loCatId="process" qsTypeId="urn:microsoft.com/office/officeart/2005/8/quickstyle/simple5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2772702E-7215-455D-A93C-74BF77166B53}">
      <dgm:prSet phldrT="[Text]"/>
      <dgm:spPr/>
      <dgm:t>
        <a:bodyPr/>
        <a:lstStyle/>
        <a:p>
          <a:r>
            <a:rPr lang="en-US" dirty="0"/>
            <a:t>EXTRACT HOUSING LOAN DATA FROM INPUT PS</a:t>
          </a:r>
        </a:p>
      </dgm:t>
    </dgm:pt>
    <dgm:pt modelId="{0BFACB1B-B142-4CC8-B721-839BF0254C45}" type="parTrans" cxnId="{84E6C37F-6A71-4647-BF57-C85B336AC648}">
      <dgm:prSet/>
      <dgm:spPr/>
      <dgm:t>
        <a:bodyPr/>
        <a:lstStyle/>
        <a:p>
          <a:endParaRPr lang="en-US"/>
        </a:p>
      </dgm:t>
    </dgm:pt>
    <dgm:pt modelId="{7BE9BA26-DCE2-466F-8A5A-37D65B34FD22}" type="sibTrans" cxnId="{84E6C37F-6A71-4647-BF57-C85B336AC648}">
      <dgm:prSet/>
      <dgm:spPr/>
      <dgm:t>
        <a:bodyPr/>
        <a:lstStyle/>
        <a:p>
          <a:endParaRPr lang="en-US"/>
        </a:p>
      </dgm:t>
    </dgm:pt>
    <dgm:pt modelId="{E0A7CB8E-B15E-4C18-A6B3-084C5E071F3A}">
      <dgm:prSet phldrT="[Text]"/>
      <dgm:spPr/>
      <dgm:t>
        <a:bodyPr/>
        <a:lstStyle/>
        <a:p>
          <a:r>
            <a:rPr lang="en-US" dirty="0"/>
            <a:t>VALIDATE THE RECORDS</a:t>
          </a:r>
        </a:p>
      </dgm:t>
    </dgm:pt>
    <dgm:pt modelId="{8FE1A24C-F754-45CB-B580-15F2C78A17A8}" type="parTrans" cxnId="{5B576EBC-C713-451B-9105-49D4993F3774}">
      <dgm:prSet/>
      <dgm:spPr/>
      <dgm:t>
        <a:bodyPr/>
        <a:lstStyle/>
        <a:p>
          <a:endParaRPr lang="en-US"/>
        </a:p>
      </dgm:t>
    </dgm:pt>
    <dgm:pt modelId="{D1F80E0C-A361-45A4-AF76-5AC06CC46D39}" type="sibTrans" cxnId="{5B576EBC-C713-451B-9105-49D4993F3774}">
      <dgm:prSet/>
      <dgm:spPr/>
      <dgm:t>
        <a:bodyPr/>
        <a:lstStyle/>
        <a:p>
          <a:endParaRPr lang="en-US"/>
        </a:p>
      </dgm:t>
    </dgm:pt>
    <dgm:pt modelId="{4DFE3A66-322E-4BE8-8A0A-81AA8FBBDBE4}">
      <dgm:prSet phldrT="[Text]"/>
      <dgm:spPr/>
      <dgm:t>
        <a:bodyPr/>
        <a:lstStyle/>
        <a:p>
          <a:r>
            <a:rPr lang="en-US" dirty="0"/>
            <a:t>If INVALID</a:t>
          </a:r>
        </a:p>
      </dgm:t>
    </dgm:pt>
    <dgm:pt modelId="{2E0565CE-26A3-4A76-94E3-367DEE0C4809}" type="parTrans" cxnId="{9B829254-4132-4A0D-851E-5404EEE2BAC4}">
      <dgm:prSet/>
      <dgm:spPr/>
      <dgm:t>
        <a:bodyPr/>
        <a:lstStyle/>
        <a:p>
          <a:endParaRPr lang="en-US"/>
        </a:p>
      </dgm:t>
    </dgm:pt>
    <dgm:pt modelId="{25E5D0DF-ABE5-456C-9BB3-D941F822D6F0}" type="sibTrans" cxnId="{9B829254-4132-4A0D-851E-5404EEE2BAC4}">
      <dgm:prSet/>
      <dgm:spPr/>
      <dgm:t>
        <a:bodyPr/>
        <a:lstStyle/>
        <a:p>
          <a:endParaRPr lang="en-US"/>
        </a:p>
      </dgm:t>
    </dgm:pt>
    <dgm:pt modelId="{C04E2F6B-F502-4A07-95AC-FAA2E7E4F855}">
      <dgm:prSet phldrT="[Text]"/>
      <dgm:spPr/>
      <dgm:t>
        <a:bodyPr/>
        <a:lstStyle/>
        <a:p>
          <a:r>
            <a:rPr lang="en-US" dirty="0"/>
            <a:t>BACKUP THE INPUT FILE TO GDG </a:t>
          </a:r>
        </a:p>
      </dgm:t>
    </dgm:pt>
    <dgm:pt modelId="{C4DF993A-45E8-433B-9601-56AB7DD7BC8B}" type="parTrans" cxnId="{C5C1CD52-C91B-4A16-AB87-7E6FE98DF127}">
      <dgm:prSet/>
      <dgm:spPr/>
      <dgm:t>
        <a:bodyPr/>
        <a:lstStyle/>
        <a:p>
          <a:endParaRPr lang="en-US"/>
        </a:p>
      </dgm:t>
    </dgm:pt>
    <dgm:pt modelId="{A51A3548-9DC5-4B64-8CC4-D7D6196E5594}" type="sibTrans" cxnId="{C5C1CD52-C91B-4A16-AB87-7E6FE98DF127}">
      <dgm:prSet/>
      <dgm:spPr/>
      <dgm:t>
        <a:bodyPr/>
        <a:lstStyle/>
        <a:p>
          <a:endParaRPr lang="en-US"/>
        </a:p>
      </dgm:t>
    </dgm:pt>
    <dgm:pt modelId="{DE10B082-A392-4886-89C7-EFFE1FD7A25D}">
      <dgm:prSet/>
      <dgm:spPr/>
      <dgm:t>
        <a:bodyPr/>
        <a:lstStyle/>
        <a:p>
          <a:r>
            <a:rPr lang="en-US" dirty="0"/>
            <a:t>WRITE THE RECORDS INTO ERROR PS WITH REJECTED REASON</a:t>
          </a:r>
        </a:p>
      </dgm:t>
    </dgm:pt>
    <dgm:pt modelId="{8A1C81FF-D542-4545-ADE2-6F940920F712}" type="parTrans" cxnId="{0BFDD8C2-F39F-4709-B91D-B75E35AC5E83}">
      <dgm:prSet/>
      <dgm:spPr/>
      <dgm:t>
        <a:bodyPr/>
        <a:lstStyle/>
        <a:p>
          <a:endParaRPr lang="en-US"/>
        </a:p>
      </dgm:t>
    </dgm:pt>
    <dgm:pt modelId="{55836FE9-E59C-4BD3-A3FF-95564F83B28D}" type="sibTrans" cxnId="{0BFDD8C2-F39F-4709-B91D-B75E35AC5E83}">
      <dgm:prSet/>
      <dgm:spPr/>
      <dgm:t>
        <a:bodyPr/>
        <a:lstStyle/>
        <a:p>
          <a:endParaRPr lang="en-US"/>
        </a:p>
      </dgm:t>
    </dgm:pt>
    <dgm:pt modelId="{23BEED6B-D0CD-4F4A-A543-397B6569F83D}" type="pres">
      <dgm:prSet presAssocID="{7D2A9CFE-2FE7-4B97-9375-53BCAF04C8DD}" presName="Name0" presStyleCnt="0">
        <dgm:presLayoutVars>
          <dgm:dir/>
          <dgm:resizeHandles val="exact"/>
        </dgm:presLayoutVars>
      </dgm:prSet>
      <dgm:spPr/>
    </dgm:pt>
    <dgm:pt modelId="{5B6FCCD4-94AE-4288-8C0A-EFD219A71BE3}" type="pres">
      <dgm:prSet presAssocID="{2772702E-7215-455D-A93C-74BF77166B53}" presName="node" presStyleLbl="node1" presStyleIdx="0" presStyleCnt="5">
        <dgm:presLayoutVars>
          <dgm:bulletEnabled val="1"/>
        </dgm:presLayoutVars>
      </dgm:prSet>
      <dgm:spPr/>
    </dgm:pt>
    <dgm:pt modelId="{F71A636E-F189-4968-B900-F46358BBA59C}" type="pres">
      <dgm:prSet presAssocID="{7BE9BA26-DCE2-466F-8A5A-37D65B34FD22}" presName="sibTrans" presStyleLbl="sibTrans1D1" presStyleIdx="0" presStyleCnt="4"/>
      <dgm:spPr/>
    </dgm:pt>
    <dgm:pt modelId="{7DA8D115-C396-4915-A721-A9465FA34888}" type="pres">
      <dgm:prSet presAssocID="{7BE9BA26-DCE2-466F-8A5A-37D65B34FD22}" presName="connectorText" presStyleLbl="sibTrans1D1" presStyleIdx="0" presStyleCnt="4"/>
      <dgm:spPr/>
    </dgm:pt>
    <dgm:pt modelId="{D163042A-AAAD-4CD8-BCA5-191E4A0AD037}" type="pres">
      <dgm:prSet presAssocID="{C04E2F6B-F502-4A07-95AC-FAA2E7E4F855}" presName="node" presStyleLbl="node1" presStyleIdx="1" presStyleCnt="5">
        <dgm:presLayoutVars>
          <dgm:bulletEnabled val="1"/>
        </dgm:presLayoutVars>
      </dgm:prSet>
      <dgm:spPr/>
    </dgm:pt>
    <dgm:pt modelId="{C7BAD58E-67F8-49BE-A2DC-7DE26A170AD5}" type="pres">
      <dgm:prSet presAssocID="{A51A3548-9DC5-4B64-8CC4-D7D6196E5594}" presName="sibTrans" presStyleLbl="sibTrans1D1" presStyleIdx="1" presStyleCnt="4"/>
      <dgm:spPr/>
    </dgm:pt>
    <dgm:pt modelId="{A4156A95-A2A2-402B-90F8-FAA2A9F7CB9A}" type="pres">
      <dgm:prSet presAssocID="{A51A3548-9DC5-4B64-8CC4-D7D6196E5594}" presName="connectorText" presStyleLbl="sibTrans1D1" presStyleIdx="1" presStyleCnt="4"/>
      <dgm:spPr/>
    </dgm:pt>
    <dgm:pt modelId="{14386099-C5D9-4BE3-968F-D5BF85799972}" type="pres">
      <dgm:prSet presAssocID="{E0A7CB8E-B15E-4C18-A6B3-084C5E071F3A}" presName="node" presStyleLbl="node1" presStyleIdx="2" presStyleCnt="5">
        <dgm:presLayoutVars>
          <dgm:bulletEnabled val="1"/>
        </dgm:presLayoutVars>
      </dgm:prSet>
      <dgm:spPr/>
    </dgm:pt>
    <dgm:pt modelId="{771D23A2-0471-4202-8C5D-5D524DE6F831}" type="pres">
      <dgm:prSet presAssocID="{D1F80E0C-A361-45A4-AF76-5AC06CC46D39}" presName="sibTrans" presStyleLbl="sibTrans1D1" presStyleIdx="2" presStyleCnt="4"/>
      <dgm:spPr/>
    </dgm:pt>
    <dgm:pt modelId="{23E101C6-219F-42DA-8DCA-86907D2C5F1D}" type="pres">
      <dgm:prSet presAssocID="{D1F80E0C-A361-45A4-AF76-5AC06CC46D39}" presName="connectorText" presStyleLbl="sibTrans1D1" presStyleIdx="2" presStyleCnt="4"/>
      <dgm:spPr/>
    </dgm:pt>
    <dgm:pt modelId="{50D24D2F-0B11-44F7-B753-2A7B8CB14F8C}" type="pres">
      <dgm:prSet presAssocID="{4DFE3A66-322E-4BE8-8A0A-81AA8FBBDBE4}" presName="node" presStyleLbl="node1" presStyleIdx="3" presStyleCnt="5">
        <dgm:presLayoutVars>
          <dgm:bulletEnabled val="1"/>
        </dgm:presLayoutVars>
      </dgm:prSet>
      <dgm:spPr/>
    </dgm:pt>
    <dgm:pt modelId="{463B7F7C-8807-4B19-92E3-B20635940D6B}" type="pres">
      <dgm:prSet presAssocID="{25E5D0DF-ABE5-456C-9BB3-D941F822D6F0}" presName="sibTrans" presStyleLbl="sibTrans1D1" presStyleIdx="3" presStyleCnt="4"/>
      <dgm:spPr/>
    </dgm:pt>
    <dgm:pt modelId="{3324BC33-C9C3-41E8-A27A-3FEE741FD7A7}" type="pres">
      <dgm:prSet presAssocID="{25E5D0DF-ABE5-456C-9BB3-D941F822D6F0}" presName="connectorText" presStyleLbl="sibTrans1D1" presStyleIdx="3" presStyleCnt="4"/>
      <dgm:spPr/>
    </dgm:pt>
    <dgm:pt modelId="{A9F56678-908D-4BC4-A85D-4022BC57211E}" type="pres">
      <dgm:prSet presAssocID="{DE10B082-A392-4886-89C7-EFFE1FD7A25D}" presName="node" presStyleLbl="node1" presStyleIdx="4" presStyleCnt="5">
        <dgm:presLayoutVars>
          <dgm:bulletEnabled val="1"/>
        </dgm:presLayoutVars>
      </dgm:prSet>
      <dgm:spPr/>
    </dgm:pt>
  </dgm:ptLst>
  <dgm:cxnLst>
    <dgm:cxn modelId="{A7194E06-AA67-41AE-A71B-68F75040FC84}" type="presOf" srcId="{E0A7CB8E-B15E-4C18-A6B3-084C5E071F3A}" destId="{14386099-C5D9-4BE3-968F-D5BF85799972}" srcOrd="0" destOrd="0" presId="urn:microsoft.com/office/officeart/2005/8/layout/bProcess3"/>
    <dgm:cxn modelId="{E9A3BF07-1B8F-490D-BDF5-A72416817B42}" type="presOf" srcId="{D1F80E0C-A361-45A4-AF76-5AC06CC46D39}" destId="{23E101C6-219F-42DA-8DCA-86907D2C5F1D}" srcOrd="1" destOrd="0" presId="urn:microsoft.com/office/officeart/2005/8/layout/bProcess3"/>
    <dgm:cxn modelId="{3F59F20A-664B-484C-A172-88274D64D537}" type="presOf" srcId="{A51A3548-9DC5-4B64-8CC4-D7D6196E5594}" destId="{C7BAD58E-67F8-49BE-A2DC-7DE26A170AD5}" srcOrd="0" destOrd="0" presId="urn:microsoft.com/office/officeart/2005/8/layout/bProcess3"/>
    <dgm:cxn modelId="{CFA3D422-1E5A-4924-913C-0A8C06BCAD0C}" type="presOf" srcId="{D1F80E0C-A361-45A4-AF76-5AC06CC46D39}" destId="{771D23A2-0471-4202-8C5D-5D524DE6F831}" srcOrd="0" destOrd="0" presId="urn:microsoft.com/office/officeart/2005/8/layout/bProcess3"/>
    <dgm:cxn modelId="{96E9222E-7AF1-4DC8-BEE2-9584EB9A5948}" type="presOf" srcId="{7D2A9CFE-2FE7-4B97-9375-53BCAF04C8DD}" destId="{23BEED6B-D0CD-4F4A-A543-397B6569F83D}" srcOrd="0" destOrd="0" presId="urn:microsoft.com/office/officeart/2005/8/layout/bProcess3"/>
    <dgm:cxn modelId="{56291062-7361-417F-BB64-AD0231A40E36}" type="presOf" srcId="{7BE9BA26-DCE2-466F-8A5A-37D65B34FD22}" destId="{7DA8D115-C396-4915-A721-A9465FA34888}" srcOrd="1" destOrd="0" presId="urn:microsoft.com/office/officeart/2005/8/layout/bProcess3"/>
    <dgm:cxn modelId="{C5C1CD52-C91B-4A16-AB87-7E6FE98DF127}" srcId="{7D2A9CFE-2FE7-4B97-9375-53BCAF04C8DD}" destId="{C04E2F6B-F502-4A07-95AC-FAA2E7E4F855}" srcOrd="1" destOrd="0" parTransId="{C4DF993A-45E8-433B-9601-56AB7DD7BC8B}" sibTransId="{A51A3548-9DC5-4B64-8CC4-D7D6196E5594}"/>
    <dgm:cxn modelId="{9B829254-4132-4A0D-851E-5404EEE2BAC4}" srcId="{7D2A9CFE-2FE7-4B97-9375-53BCAF04C8DD}" destId="{4DFE3A66-322E-4BE8-8A0A-81AA8FBBDBE4}" srcOrd="3" destOrd="0" parTransId="{2E0565CE-26A3-4A76-94E3-367DEE0C4809}" sibTransId="{25E5D0DF-ABE5-456C-9BB3-D941F822D6F0}"/>
    <dgm:cxn modelId="{68078455-CFD4-43D8-93A4-7E32C1480E7D}" type="presOf" srcId="{25E5D0DF-ABE5-456C-9BB3-D941F822D6F0}" destId="{3324BC33-C9C3-41E8-A27A-3FEE741FD7A7}" srcOrd="1" destOrd="0" presId="urn:microsoft.com/office/officeart/2005/8/layout/bProcess3"/>
    <dgm:cxn modelId="{2817407B-5837-4651-ACBE-ECE7359175C4}" type="presOf" srcId="{C04E2F6B-F502-4A07-95AC-FAA2E7E4F855}" destId="{D163042A-AAAD-4CD8-BCA5-191E4A0AD037}" srcOrd="0" destOrd="0" presId="urn:microsoft.com/office/officeart/2005/8/layout/bProcess3"/>
    <dgm:cxn modelId="{84E6C37F-6A71-4647-BF57-C85B336AC648}" srcId="{7D2A9CFE-2FE7-4B97-9375-53BCAF04C8DD}" destId="{2772702E-7215-455D-A93C-74BF77166B53}" srcOrd="0" destOrd="0" parTransId="{0BFACB1B-B142-4CC8-B721-839BF0254C45}" sibTransId="{7BE9BA26-DCE2-466F-8A5A-37D65B34FD22}"/>
    <dgm:cxn modelId="{80090390-CFED-44C8-9505-4DB0E714E4FA}" type="presOf" srcId="{4DFE3A66-322E-4BE8-8A0A-81AA8FBBDBE4}" destId="{50D24D2F-0B11-44F7-B753-2A7B8CB14F8C}" srcOrd="0" destOrd="0" presId="urn:microsoft.com/office/officeart/2005/8/layout/bProcess3"/>
    <dgm:cxn modelId="{63AB7F90-D1E7-4696-BBC3-A5C42B34B49F}" type="presOf" srcId="{2772702E-7215-455D-A93C-74BF77166B53}" destId="{5B6FCCD4-94AE-4288-8C0A-EFD219A71BE3}" srcOrd="0" destOrd="0" presId="urn:microsoft.com/office/officeart/2005/8/layout/bProcess3"/>
    <dgm:cxn modelId="{22B266A9-8E00-4F93-9364-7C166C763AC6}" type="presOf" srcId="{7BE9BA26-DCE2-466F-8A5A-37D65B34FD22}" destId="{F71A636E-F189-4968-B900-F46358BBA59C}" srcOrd="0" destOrd="0" presId="urn:microsoft.com/office/officeart/2005/8/layout/bProcess3"/>
    <dgm:cxn modelId="{5B576EBC-C713-451B-9105-49D4993F3774}" srcId="{7D2A9CFE-2FE7-4B97-9375-53BCAF04C8DD}" destId="{E0A7CB8E-B15E-4C18-A6B3-084C5E071F3A}" srcOrd="2" destOrd="0" parTransId="{8FE1A24C-F754-45CB-B580-15F2C78A17A8}" sibTransId="{D1F80E0C-A361-45A4-AF76-5AC06CC46D39}"/>
    <dgm:cxn modelId="{0BFDD8C2-F39F-4709-B91D-B75E35AC5E83}" srcId="{7D2A9CFE-2FE7-4B97-9375-53BCAF04C8DD}" destId="{DE10B082-A392-4886-89C7-EFFE1FD7A25D}" srcOrd="4" destOrd="0" parTransId="{8A1C81FF-D542-4545-ADE2-6F940920F712}" sibTransId="{55836FE9-E59C-4BD3-A3FF-95564F83B28D}"/>
    <dgm:cxn modelId="{468731C4-FA05-438F-A38D-C147FA3A6603}" type="presOf" srcId="{A51A3548-9DC5-4B64-8CC4-D7D6196E5594}" destId="{A4156A95-A2A2-402B-90F8-FAA2A9F7CB9A}" srcOrd="1" destOrd="0" presId="urn:microsoft.com/office/officeart/2005/8/layout/bProcess3"/>
    <dgm:cxn modelId="{D1CCEFC5-8512-4AB9-A06C-92B2FB5A4EAD}" type="presOf" srcId="{DE10B082-A392-4886-89C7-EFFE1FD7A25D}" destId="{A9F56678-908D-4BC4-A85D-4022BC57211E}" srcOrd="0" destOrd="0" presId="urn:microsoft.com/office/officeart/2005/8/layout/bProcess3"/>
    <dgm:cxn modelId="{48871DCF-6A53-4C4E-8322-7288E61D53B7}" type="presOf" srcId="{25E5D0DF-ABE5-456C-9BB3-D941F822D6F0}" destId="{463B7F7C-8807-4B19-92E3-B20635940D6B}" srcOrd="0" destOrd="0" presId="urn:microsoft.com/office/officeart/2005/8/layout/bProcess3"/>
    <dgm:cxn modelId="{1EE52ED3-1300-4CE7-A308-9EA3BA612A90}" type="presParOf" srcId="{23BEED6B-D0CD-4F4A-A543-397B6569F83D}" destId="{5B6FCCD4-94AE-4288-8C0A-EFD219A71BE3}" srcOrd="0" destOrd="0" presId="urn:microsoft.com/office/officeart/2005/8/layout/bProcess3"/>
    <dgm:cxn modelId="{CFEE1CC1-A213-4A64-829C-BC6853F2D9CE}" type="presParOf" srcId="{23BEED6B-D0CD-4F4A-A543-397B6569F83D}" destId="{F71A636E-F189-4968-B900-F46358BBA59C}" srcOrd="1" destOrd="0" presId="urn:microsoft.com/office/officeart/2005/8/layout/bProcess3"/>
    <dgm:cxn modelId="{62E46986-5B7E-4BC5-936E-34926A617FB1}" type="presParOf" srcId="{F71A636E-F189-4968-B900-F46358BBA59C}" destId="{7DA8D115-C396-4915-A721-A9465FA34888}" srcOrd="0" destOrd="0" presId="urn:microsoft.com/office/officeart/2005/8/layout/bProcess3"/>
    <dgm:cxn modelId="{2E8F34D7-84E8-4A66-BFAA-693CC1304092}" type="presParOf" srcId="{23BEED6B-D0CD-4F4A-A543-397B6569F83D}" destId="{D163042A-AAAD-4CD8-BCA5-191E4A0AD037}" srcOrd="2" destOrd="0" presId="urn:microsoft.com/office/officeart/2005/8/layout/bProcess3"/>
    <dgm:cxn modelId="{F8A08CB5-FFB4-47E6-BEC2-81DE58937938}" type="presParOf" srcId="{23BEED6B-D0CD-4F4A-A543-397B6569F83D}" destId="{C7BAD58E-67F8-49BE-A2DC-7DE26A170AD5}" srcOrd="3" destOrd="0" presId="urn:microsoft.com/office/officeart/2005/8/layout/bProcess3"/>
    <dgm:cxn modelId="{4309F92B-B5DD-4EFD-B7E5-27C3FB729252}" type="presParOf" srcId="{C7BAD58E-67F8-49BE-A2DC-7DE26A170AD5}" destId="{A4156A95-A2A2-402B-90F8-FAA2A9F7CB9A}" srcOrd="0" destOrd="0" presId="urn:microsoft.com/office/officeart/2005/8/layout/bProcess3"/>
    <dgm:cxn modelId="{AE876477-978E-4F6B-953E-9AEDD18FDBE2}" type="presParOf" srcId="{23BEED6B-D0CD-4F4A-A543-397B6569F83D}" destId="{14386099-C5D9-4BE3-968F-D5BF85799972}" srcOrd="4" destOrd="0" presId="urn:microsoft.com/office/officeart/2005/8/layout/bProcess3"/>
    <dgm:cxn modelId="{339014FB-815B-442C-9DE5-3AA3ACF1928E}" type="presParOf" srcId="{23BEED6B-D0CD-4F4A-A543-397B6569F83D}" destId="{771D23A2-0471-4202-8C5D-5D524DE6F831}" srcOrd="5" destOrd="0" presId="urn:microsoft.com/office/officeart/2005/8/layout/bProcess3"/>
    <dgm:cxn modelId="{CC53895E-0143-49A2-B9A6-302508395E99}" type="presParOf" srcId="{771D23A2-0471-4202-8C5D-5D524DE6F831}" destId="{23E101C6-219F-42DA-8DCA-86907D2C5F1D}" srcOrd="0" destOrd="0" presId="urn:microsoft.com/office/officeart/2005/8/layout/bProcess3"/>
    <dgm:cxn modelId="{289BC3D5-D01E-40C1-AC8C-A4CD694086D9}" type="presParOf" srcId="{23BEED6B-D0CD-4F4A-A543-397B6569F83D}" destId="{50D24D2F-0B11-44F7-B753-2A7B8CB14F8C}" srcOrd="6" destOrd="0" presId="urn:microsoft.com/office/officeart/2005/8/layout/bProcess3"/>
    <dgm:cxn modelId="{E46A7A7D-0B48-424D-A28A-6A9FCC01947D}" type="presParOf" srcId="{23BEED6B-D0CD-4F4A-A543-397B6569F83D}" destId="{463B7F7C-8807-4B19-92E3-B20635940D6B}" srcOrd="7" destOrd="0" presId="urn:microsoft.com/office/officeart/2005/8/layout/bProcess3"/>
    <dgm:cxn modelId="{3E44BCFF-75AE-43CE-9B75-B8D9D71AE3A0}" type="presParOf" srcId="{463B7F7C-8807-4B19-92E3-B20635940D6B}" destId="{3324BC33-C9C3-41E8-A27A-3FEE741FD7A7}" srcOrd="0" destOrd="0" presId="urn:microsoft.com/office/officeart/2005/8/layout/bProcess3"/>
    <dgm:cxn modelId="{79F55D0C-78A9-4036-BA99-89C02CC8F0DE}" type="presParOf" srcId="{23BEED6B-D0CD-4F4A-A543-397B6569F83D}" destId="{A9F56678-908D-4BC4-A85D-4022BC57211E}" srcOrd="8" destOrd="0" presId="urn:microsoft.com/office/officeart/2005/8/layout/bProcess3"/>
  </dgm:cxnLst>
  <dgm:bg/>
  <dgm:whole>
    <a:ln w="9525" cap="flat" cmpd="sng" algn="ctr">
      <a:noFill/>
      <a:prstDash val="solid"/>
      <a:round/>
      <a:headEnd type="none" w="med" len="med"/>
      <a:tailEnd type="none" w="med" len="med"/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D2A9CFE-2FE7-4B97-9375-53BCAF04C8DD}" type="doc">
      <dgm:prSet loTypeId="urn:microsoft.com/office/officeart/2005/8/layout/bProcess3" loCatId="process" qsTypeId="urn:microsoft.com/office/officeart/2005/8/quickstyle/simple5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4DFE3A66-322E-4BE8-8A0A-81AA8FBBDBE4}">
      <dgm:prSet phldrT="[Text]"/>
      <dgm:spPr/>
      <dgm:t>
        <a:bodyPr/>
        <a:lstStyle/>
        <a:p>
          <a:r>
            <a:rPr lang="en-US" dirty="0"/>
            <a:t>If VALID</a:t>
          </a:r>
        </a:p>
      </dgm:t>
    </dgm:pt>
    <dgm:pt modelId="{2E0565CE-26A3-4A76-94E3-367DEE0C4809}" type="parTrans" cxnId="{9B829254-4132-4A0D-851E-5404EEE2BAC4}">
      <dgm:prSet/>
      <dgm:spPr/>
      <dgm:t>
        <a:bodyPr/>
        <a:lstStyle/>
        <a:p>
          <a:endParaRPr lang="en-US"/>
        </a:p>
      </dgm:t>
    </dgm:pt>
    <dgm:pt modelId="{25E5D0DF-ABE5-456C-9BB3-D941F822D6F0}" type="sibTrans" cxnId="{9B829254-4132-4A0D-851E-5404EEE2BAC4}">
      <dgm:prSet/>
      <dgm:spPr/>
      <dgm:t>
        <a:bodyPr/>
        <a:lstStyle/>
        <a:p>
          <a:endParaRPr lang="en-US"/>
        </a:p>
      </dgm:t>
    </dgm:pt>
    <dgm:pt modelId="{67F82CF8-E133-4C25-BE85-F3D1C49355A5}">
      <dgm:prSet phldrT="[Text]"/>
      <dgm:spPr/>
      <dgm:t>
        <a:bodyPr/>
        <a:lstStyle/>
        <a:p>
          <a:r>
            <a:rPr lang="en-US" dirty="0"/>
            <a:t>CALCULATE THE NEXT REPAYMENT DATE AND BALANCE AMOUNT</a:t>
          </a:r>
        </a:p>
      </dgm:t>
    </dgm:pt>
    <dgm:pt modelId="{1C8A756E-497D-4760-94F2-C9C2B158456A}" type="parTrans" cxnId="{54C718A9-F1E5-4C31-9E9E-A25BD985FC7B}">
      <dgm:prSet/>
      <dgm:spPr/>
      <dgm:t>
        <a:bodyPr/>
        <a:lstStyle/>
        <a:p>
          <a:endParaRPr lang="en-US"/>
        </a:p>
      </dgm:t>
    </dgm:pt>
    <dgm:pt modelId="{B84D7C8D-97AF-4B8F-85DC-67F3ED66C1DC}" type="sibTrans" cxnId="{54C718A9-F1E5-4C31-9E9E-A25BD985FC7B}">
      <dgm:prSet/>
      <dgm:spPr/>
      <dgm:t>
        <a:bodyPr/>
        <a:lstStyle/>
        <a:p>
          <a:endParaRPr lang="en-US"/>
        </a:p>
      </dgm:t>
    </dgm:pt>
    <dgm:pt modelId="{DE10B082-A392-4886-89C7-EFFE1FD7A25D}">
      <dgm:prSet/>
      <dgm:spPr/>
      <dgm:t>
        <a:bodyPr/>
        <a:lstStyle/>
        <a:p>
          <a:r>
            <a:rPr lang="en-US" dirty="0"/>
            <a:t>INSERT THE RECORDS INTO APPLICANT_DB AND LOAN_DB</a:t>
          </a:r>
        </a:p>
      </dgm:t>
    </dgm:pt>
    <dgm:pt modelId="{8A1C81FF-D542-4545-ADE2-6F940920F712}" type="parTrans" cxnId="{0BFDD8C2-F39F-4709-B91D-B75E35AC5E83}">
      <dgm:prSet/>
      <dgm:spPr/>
      <dgm:t>
        <a:bodyPr/>
        <a:lstStyle/>
        <a:p>
          <a:endParaRPr lang="en-US"/>
        </a:p>
      </dgm:t>
    </dgm:pt>
    <dgm:pt modelId="{55836FE9-E59C-4BD3-A3FF-95564F83B28D}" type="sibTrans" cxnId="{0BFDD8C2-F39F-4709-B91D-B75E35AC5E83}">
      <dgm:prSet/>
      <dgm:spPr/>
      <dgm:t>
        <a:bodyPr/>
        <a:lstStyle/>
        <a:p>
          <a:endParaRPr lang="en-US"/>
        </a:p>
      </dgm:t>
    </dgm:pt>
    <dgm:pt modelId="{23BEED6B-D0CD-4F4A-A543-397B6569F83D}" type="pres">
      <dgm:prSet presAssocID="{7D2A9CFE-2FE7-4B97-9375-53BCAF04C8DD}" presName="Name0" presStyleCnt="0">
        <dgm:presLayoutVars>
          <dgm:dir/>
          <dgm:resizeHandles val="exact"/>
        </dgm:presLayoutVars>
      </dgm:prSet>
      <dgm:spPr/>
    </dgm:pt>
    <dgm:pt modelId="{50D24D2F-0B11-44F7-B753-2A7B8CB14F8C}" type="pres">
      <dgm:prSet presAssocID="{4DFE3A66-322E-4BE8-8A0A-81AA8FBBDBE4}" presName="node" presStyleLbl="node1" presStyleIdx="0" presStyleCnt="3" custLinFactNeighborX="1839" custLinFactNeighborY="-50">
        <dgm:presLayoutVars>
          <dgm:bulletEnabled val="1"/>
        </dgm:presLayoutVars>
      </dgm:prSet>
      <dgm:spPr/>
    </dgm:pt>
    <dgm:pt modelId="{463B7F7C-8807-4B19-92E3-B20635940D6B}" type="pres">
      <dgm:prSet presAssocID="{25E5D0DF-ABE5-456C-9BB3-D941F822D6F0}" presName="sibTrans" presStyleLbl="sibTrans1D1" presStyleIdx="0" presStyleCnt="2"/>
      <dgm:spPr/>
    </dgm:pt>
    <dgm:pt modelId="{3324BC33-C9C3-41E8-A27A-3FEE741FD7A7}" type="pres">
      <dgm:prSet presAssocID="{25E5D0DF-ABE5-456C-9BB3-D941F822D6F0}" presName="connectorText" presStyleLbl="sibTrans1D1" presStyleIdx="0" presStyleCnt="2"/>
      <dgm:spPr/>
    </dgm:pt>
    <dgm:pt modelId="{A9F56678-908D-4BC4-A85D-4022BC57211E}" type="pres">
      <dgm:prSet presAssocID="{DE10B082-A392-4886-89C7-EFFE1FD7A25D}" presName="node" presStyleLbl="node1" presStyleIdx="1" presStyleCnt="3">
        <dgm:presLayoutVars>
          <dgm:bulletEnabled val="1"/>
        </dgm:presLayoutVars>
      </dgm:prSet>
      <dgm:spPr/>
    </dgm:pt>
    <dgm:pt modelId="{A64F0B46-977A-41DB-95A4-CB0B5C751651}" type="pres">
      <dgm:prSet presAssocID="{55836FE9-E59C-4BD3-A3FF-95564F83B28D}" presName="sibTrans" presStyleLbl="sibTrans1D1" presStyleIdx="1" presStyleCnt="2"/>
      <dgm:spPr/>
    </dgm:pt>
    <dgm:pt modelId="{64AA894D-34A3-4BEA-BA74-8076397C3874}" type="pres">
      <dgm:prSet presAssocID="{55836FE9-E59C-4BD3-A3FF-95564F83B28D}" presName="connectorText" presStyleLbl="sibTrans1D1" presStyleIdx="1" presStyleCnt="2"/>
      <dgm:spPr/>
    </dgm:pt>
    <dgm:pt modelId="{AF27E6C0-0F6B-4C0A-BB1A-E2D0D8EA7A28}" type="pres">
      <dgm:prSet presAssocID="{67F82CF8-E133-4C25-BE85-F3D1C49355A5}" presName="node" presStyleLbl="node1" presStyleIdx="2" presStyleCnt="3">
        <dgm:presLayoutVars>
          <dgm:bulletEnabled val="1"/>
        </dgm:presLayoutVars>
      </dgm:prSet>
      <dgm:spPr/>
    </dgm:pt>
  </dgm:ptLst>
  <dgm:cxnLst>
    <dgm:cxn modelId="{AF91891C-84A4-438E-9096-35901F814C0B}" type="presOf" srcId="{25E5D0DF-ABE5-456C-9BB3-D941F822D6F0}" destId="{3324BC33-C9C3-41E8-A27A-3FEE741FD7A7}" srcOrd="1" destOrd="0" presId="urn:microsoft.com/office/officeart/2005/8/layout/bProcess3"/>
    <dgm:cxn modelId="{96E9222E-7AF1-4DC8-BEE2-9584EB9A5948}" type="presOf" srcId="{7D2A9CFE-2FE7-4B97-9375-53BCAF04C8DD}" destId="{23BEED6B-D0CD-4F4A-A543-397B6569F83D}" srcOrd="0" destOrd="0" presId="urn:microsoft.com/office/officeart/2005/8/layout/bProcess3"/>
    <dgm:cxn modelId="{E35A823A-5C20-49BC-B251-F1C6D796D95D}" type="presOf" srcId="{DE10B082-A392-4886-89C7-EFFE1FD7A25D}" destId="{A9F56678-908D-4BC4-A85D-4022BC57211E}" srcOrd="0" destOrd="0" presId="urn:microsoft.com/office/officeart/2005/8/layout/bProcess3"/>
    <dgm:cxn modelId="{5E99FC42-8AD5-4990-AE4B-0E8E01EC1A4E}" type="presOf" srcId="{67F82CF8-E133-4C25-BE85-F3D1C49355A5}" destId="{AF27E6C0-0F6B-4C0A-BB1A-E2D0D8EA7A28}" srcOrd="0" destOrd="0" presId="urn:microsoft.com/office/officeart/2005/8/layout/bProcess3"/>
    <dgm:cxn modelId="{FBE27D4D-CE96-46D4-B7D5-4355E881C24F}" type="presOf" srcId="{55836FE9-E59C-4BD3-A3FF-95564F83B28D}" destId="{64AA894D-34A3-4BEA-BA74-8076397C3874}" srcOrd="1" destOrd="0" presId="urn:microsoft.com/office/officeart/2005/8/layout/bProcess3"/>
    <dgm:cxn modelId="{9B829254-4132-4A0D-851E-5404EEE2BAC4}" srcId="{7D2A9CFE-2FE7-4B97-9375-53BCAF04C8DD}" destId="{4DFE3A66-322E-4BE8-8A0A-81AA8FBBDBE4}" srcOrd="0" destOrd="0" parTransId="{2E0565CE-26A3-4A76-94E3-367DEE0C4809}" sibTransId="{25E5D0DF-ABE5-456C-9BB3-D941F822D6F0}"/>
    <dgm:cxn modelId="{32C92880-9567-4847-90E0-99B394070092}" type="presOf" srcId="{4DFE3A66-322E-4BE8-8A0A-81AA8FBBDBE4}" destId="{50D24D2F-0B11-44F7-B753-2A7B8CB14F8C}" srcOrd="0" destOrd="0" presId="urn:microsoft.com/office/officeart/2005/8/layout/bProcess3"/>
    <dgm:cxn modelId="{54C718A9-F1E5-4C31-9E9E-A25BD985FC7B}" srcId="{7D2A9CFE-2FE7-4B97-9375-53BCAF04C8DD}" destId="{67F82CF8-E133-4C25-BE85-F3D1C49355A5}" srcOrd="2" destOrd="0" parTransId="{1C8A756E-497D-4760-94F2-C9C2B158456A}" sibTransId="{B84D7C8D-97AF-4B8F-85DC-67F3ED66C1DC}"/>
    <dgm:cxn modelId="{0BFDD8C2-F39F-4709-B91D-B75E35AC5E83}" srcId="{7D2A9CFE-2FE7-4B97-9375-53BCAF04C8DD}" destId="{DE10B082-A392-4886-89C7-EFFE1FD7A25D}" srcOrd="1" destOrd="0" parTransId="{8A1C81FF-D542-4545-ADE2-6F940920F712}" sibTransId="{55836FE9-E59C-4BD3-A3FF-95564F83B28D}"/>
    <dgm:cxn modelId="{6DB8A6E7-F39A-421C-B658-A4AC8BBC07EF}" type="presOf" srcId="{55836FE9-E59C-4BD3-A3FF-95564F83B28D}" destId="{A64F0B46-977A-41DB-95A4-CB0B5C751651}" srcOrd="0" destOrd="0" presId="urn:microsoft.com/office/officeart/2005/8/layout/bProcess3"/>
    <dgm:cxn modelId="{0C780FF8-3F57-4A09-8B2A-539EA0CACF33}" type="presOf" srcId="{25E5D0DF-ABE5-456C-9BB3-D941F822D6F0}" destId="{463B7F7C-8807-4B19-92E3-B20635940D6B}" srcOrd="0" destOrd="0" presId="urn:microsoft.com/office/officeart/2005/8/layout/bProcess3"/>
    <dgm:cxn modelId="{E4F89FA1-2EE8-48B8-9803-4C275D50CB1E}" type="presParOf" srcId="{23BEED6B-D0CD-4F4A-A543-397B6569F83D}" destId="{50D24D2F-0B11-44F7-B753-2A7B8CB14F8C}" srcOrd="0" destOrd="0" presId="urn:microsoft.com/office/officeart/2005/8/layout/bProcess3"/>
    <dgm:cxn modelId="{EB175FF3-A111-4A8D-80AB-ADD48D08FA51}" type="presParOf" srcId="{23BEED6B-D0CD-4F4A-A543-397B6569F83D}" destId="{463B7F7C-8807-4B19-92E3-B20635940D6B}" srcOrd="1" destOrd="0" presId="urn:microsoft.com/office/officeart/2005/8/layout/bProcess3"/>
    <dgm:cxn modelId="{6C024484-68D4-4C97-8C5E-178543865A19}" type="presParOf" srcId="{463B7F7C-8807-4B19-92E3-B20635940D6B}" destId="{3324BC33-C9C3-41E8-A27A-3FEE741FD7A7}" srcOrd="0" destOrd="0" presId="urn:microsoft.com/office/officeart/2005/8/layout/bProcess3"/>
    <dgm:cxn modelId="{E250B889-5CD3-4FEB-B4F0-B31366985588}" type="presParOf" srcId="{23BEED6B-D0CD-4F4A-A543-397B6569F83D}" destId="{A9F56678-908D-4BC4-A85D-4022BC57211E}" srcOrd="2" destOrd="0" presId="urn:microsoft.com/office/officeart/2005/8/layout/bProcess3"/>
    <dgm:cxn modelId="{17C59AC8-1717-4040-895C-4EE7AB68754D}" type="presParOf" srcId="{23BEED6B-D0CD-4F4A-A543-397B6569F83D}" destId="{A64F0B46-977A-41DB-95A4-CB0B5C751651}" srcOrd="3" destOrd="0" presId="urn:microsoft.com/office/officeart/2005/8/layout/bProcess3"/>
    <dgm:cxn modelId="{19F28ED6-68B4-45C5-8738-8B931E833E10}" type="presParOf" srcId="{A64F0B46-977A-41DB-95A4-CB0B5C751651}" destId="{64AA894D-34A3-4BEA-BA74-8076397C3874}" srcOrd="0" destOrd="0" presId="urn:microsoft.com/office/officeart/2005/8/layout/bProcess3"/>
    <dgm:cxn modelId="{2EC3E48C-4136-4FEA-85E4-0D978B806193}" type="presParOf" srcId="{23BEED6B-D0CD-4F4A-A543-397B6569F83D}" destId="{AF27E6C0-0F6B-4C0A-BB1A-E2D0D8EA7A28}" srcOrd="4" destOrd="0" presId="urn:microsoft.com/office/officeart/2005/8/layout/bProcess3"/>
  </dgm:cxnLst>
  <dgm:bg/>
  <dgm:whole>
    <a:ln w="9525" cap="flat" cmpd="sng" algn="ctr">
      <a:noFill/>
      <a:prstDash val="solid"/>
      <a:round/>
      <a:headEnd type="none" w="med" len="med"/>
      <a:tailEnd type="none" w="med" len="med"/>
    </a:ln>
  </dgm:whole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D2A9CFE-2FE7-4B97-9375-53BCAF04C8DD}" type="doc">
      <dgm:prSet loTypeId="urn:microsoft.com/office/officeart/2005/8/layout/bProcess3" loCatId="process" qsTypeId="urn:microsoft.com/office/officeart/2005/8/quickstyle/simple5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2772702E-7215-455D-A93C-74BF77166B53}">
      <dgm:prSet phldrT="[Text]"/>
      <dgm:spPr/>
      <dgm:t>
        <a:bodyPr/>
        <a:lstStyle/>
        <a:p>
          <a:r>
            <a:rPr lang="en-US" dirty="0"/>
            <a:t>EXTRACT HOUSING LOAN DATA FROM APPLICANT_DB AND LOAN_DB</a:t>
          </a:r>
        </a:p>
      </dgm:t>
    </dgm:pt>
    <dgm:pt modelId="{0BFACB1B-B142-4CC8-B721-839BF0254C45}" type="parTrans" cxnId="{84E6C37F-6A71-4647-BF57-C85B336AC648}">
      <dgm:prSet/>
      <dgm:spPr/>
      <dgm:t>
        <a:bodyPr/>
        <a:lstStyle/>
        <a:p>
          <a:endParaRPr lang="en-US"/>
        </a:p>
      </dgm:t>
    </dgm:pt>
    <dgm:pt modelId="{7BE9BA26-DCE2-466F-8A5A-37D65B34FD22}" type="sibTrans" cxnId="{84E6C37F-6A71-4647-BF57-C85B336AC648}">
      <dgm:prSet/>
      <dgm:spPr/>
      <dgm:t>
        <a:bodyPr/>
        <a:lstStyle/>
        <a:p>
          <a:endParaRPr lang="en-US"/>
        </a:p>
      </dgm:t>
    </dgm:pt>
    <dgm:pt modelId="{E0A7CB8E-B15E-4C18-A6B3-084C5E071F3A}">
      <dgm:prSet phldrT="[Text]"/>
      <dgm:spPr/>
      <dgm:t>
        <a:bodyPr/>
        <a:lstStyle/>
        <a:p>
          <a:r>
            <a:rPr lang="en-US" dirty="0"/>
            <a:t>FETCH RECORDS FROM CHENNAI LOCATION AND NOVEMBER MONTH</a:t>
          </a:r>
        </a:p>
      </dgm:t>
    </dgm:pt>
    <dgm:pt modelId="{8FE1A24C-F754-45CB-B580-15F2C78A17A8}" type="parTrans" cxnId="{5B576EBC-C713-451B-9105-49D4993F3774}">
      <dgm:prSet/>
      <dgm:spPr/>
      <dgm:t>
        <a:bodyPr/>
        <a:lstStyle/>
        <a:p>
          <a:endParaRPr lang="en-US"/>
        </a:p>
      </dgm:t>
    </dgm:pt>
    <dgm:pt modelId="{D1F80E0C-A361-45A4-AF76-5AC06CC46D39}" type="sibTrans" cxnId="{5B576EBC-C713-451B-9105-49D4993F3774}">
      <dgm:prSet/>
      <dgm:spPr/>
      <dgm:t>
        <a:bodyPr/>
        <a:lstStyle/>
        <a:p>
          <a:endParaRPr lang="en-US"/>
        </a:p>
      </dgm:t>
    </dgm:pt>
    <dgm:pt modelId="{4DFE3A66-322E-4BE8-8A0A-81AA8FBBDBE4}">
      <dgm:prSet phldrT="[Text]"/>
      <dgm:spPr/>
      <dgm:t>
        <a:bodyPr/>
        <a:lstStyle/>
        <a:p>
          <a:r>
            <a:rPr lang="en-US" dirty="0"/>
            <a:t>GENERATE A SEPARATE REPORT FILE USING PAGE BREAK LOGIC</a:t>
          </a:r>
        </a:p>
      </dgm:t>
    </dgm:pt>
    <dgm:pt modelId="{2E0565CE-26A3-4A76-94E3-367DEE0C4809}" type="parTrans" cxnId="{9B829254-4132-4A0D-851E-5404EEE2BAC4}">
      <dgm:prSet/>
      <dgm:spPr/>
      <dgm:t>
        <a:bodyPr/>
        <a:lstStyle/>
        <a:p>
          <a:endParaRPr lang="en-US"/>
        </a:p>
      </dgm:t>
    </dgm:pt>
    <dgm:pt modelId="{25E5D0DF-ABE5-456C-9BB3-D941F822D6F0}" type="sibTrans" cxnId="{9B829254-4132-4A0D-851E-5404EEE2BAC4}">
      <dgm:prSet/>
      <dgm:spPr/>
      <dgm:t>
        <a:bodyPr/>
        <a:lstStyle/>
        <a:p>
          <a:endParaRPr lang="en-US"/>
        </a:p>
      </dgm:t>
    </dgm:pt>
    <dgm:pt modelId="{23BEED6B-D0CD-4F4A-A543-397B6569F83D}" type="pres">
      <dgm:prSet presAssocID="{7D2A9CFE-2FE7-4B97-9375-53BCAF04C8DD}" presName="Name0" presStyleCnt="0">
        <dgm:presLayoutVars>
          <dgm:dir/>
          <dgm:resizeHandles val="exact"/>
        </dgm:presLayoutVars>
      </dgm:prSet>
      <dgm:spPr/>
    </dgm:pt>
    <dgm:pt modelId="{5B6FCCD4-94AE-4288-8C0A-EFD219A71BE3}" type="pres">
      <dgm:prSet presAssocID="{2772702E-7215-455D-A93C-74BF77166B53}" presName="node" presStyleLbl="node1" presStyleIdx="0" presStyleCnt="3">
        <dgm:presLayoutVars>
          <dgm:bulletEnabled val="1"/>
        </dgm:presLayoutVars>
      </dgm:prSet>
      <dgm:spPr/>
    </dgm:pt>
    <dgm:pt modelId="{F71A636E-F189-4968-B900-F46358BBA59C}" type="pres">
      <dgm:prSet presAssocID="{7BE9BA26-DCE2-466F-8A5A-37D65B34FD22}" presName="sibTrans" presStyleLbl="sibTrans1D1" presStyleIdx="0" presStyleCnt="2"/>
      <dgm:spPr/>
    </dgm:pt>
    <dgm:pt modelId="{7DA8D115-C396-4915-A721-A9465FA34888}" type="pres">
      <dgm:prSet presAssocID="{7BE9BA26-DCE2-466F-8A5A-37D65B34FD22}" presName="connectorText" presStyleLbl="sibTrans1D1" presStyleIdx="0" presStyleCnt="2"/>
      <dgm:spPr/>
    </dgm:pt>
    <dgm:pt modelId="{14386099-C5D9-4BE3-968F-D5BF85799972}" type="pres">
      <dgm:prSet presAssocID="{E0A7CB8E-B15E-4C18-A6B3-084C5E071F3A}" presName="node" presStyleLbl="node1" presStyleIdx="1" presStyleCnt="3">
        <dgm:presLayoutVars>
          <dgm:bulletEnabled val="1"/>
        </dgm:presLayoutVars>
      </dgm:prSet>
      <dgm:spPr/>
    </dgm:pt>
    <dgm:pt modelId="{771D23A2-0471-4202-8C5D-5D524DE6F831}" type="pres">
      <dgm:prSet presAssocID="{D1F80E0C-A361-45A4-AF76-5AC06CC46D39}" presName="sibTrans" presStyleLbl="sibTrans1D1" presStyleIdx="1" presStyleCnt="2"/>
      <dgm:spPr/>
    </dgm:pt>
    <dgm:pt modelId="{23E101C6-219F-42DA-8DCA-86907D2C5F1D}" type="pres">
      <dgm:prSet presAssocID="{D1F80E0C-A361-45A4-AF76-5AC06CC46D39}" presName="connectorText" presStyleLbl="sibTrans1D1" presStyleIdx="1" presStyleCnt="2"/>
      <dgm:spPr/>
    </dgm:pt>
    <dgm:pt modelId="{50D24D2F-0B11-44F7-B753-2A7B8CB14F8C}" type="pres">
      <dgm:prSet presAssocID="{4DFE3A66-322E-4BE8-8A0A-81AA8FBBDBE4}" presName="node" presStyleLbl="node1" presStyleIdx="2" presStyleCnt="3">
        <dgm:presLayoutVars>
          <dgm:bulletEnabled val="1"/>
        </dgm:presLayoutVars>
      </dgm:prSet>
      <dgm:spPr/>
    </dgm:pt>
  </dgm:ptLst>
  <dgm:cxnLst>
    <dgm:cxn modelId="{B7983E06-71B0-4D44-B995-F32D7FBA5FE3}" type="presOf" srcId="{7BE9BA26-DCE2-466F-8A5A-37D65B34FD22}" destId="{7DA8D115-C396-4915-A721-A9465FA34888}" srcOrd="1" destOrd="0" presId="urn:microsoft.com/office/officeart/2005/8/layout/bProcess3"/>
    <dgm:cxn modelId="{7A1D021C-DB36-447D-B10D-23B99BE86A67}" type="presOf" srcId="{D1F80E0C-A361-45A4-AF76-5AC06CC46D39}" destId="{23E101C6-219F-42DA-8DCA-86907D2C5F1D}" srcOrd="1" destOrd="0" presId="urn:microsoft.com/office/officeart/2005/8/layout/bProcess3"/>
    <dgm:cxn modelId="{96E9222E-7AF1-4DC8-BEE2-9584EB9A5948}" type="presOf" srcId="{7D2A9CFE-2FE7-4B97-9375-53BCAF04C8DD}" destId="{23BEED6B-D0CD-4F4A-A543-397B6569F83D}" srcOrd="0" destOrd="0" presId="urn:microsoft.com/office/officeart/2005/8/layout/bProcess3"/>
    <dgm:cxn modelId="{9B829254-4132-4A0D-851E-5404EEE2BAC4}" srcId="{7D2A9CFE-2FE7-4B97-9375-53BCAF04C8DD}" destId="{4DFE3A66-322E-4BE8-8A0A-81AA8FBBDBE4}" srcOrd="2" destOrd="0" parTransId="{2E0565CE-26A3-4A76-94E3-367DEE0C4809}" sibTransId="{25E5D0DF-ABE5-456C-9BB3-D941F822D6F0}"/>
    <dgm:cxn modelId="{84E6C37F-6A71-4647-BF57-C85B336AC648}" srcId="{7D2A9CFE-2FE7-4B97-9375-53BCAF04C8DD}" destId="{2772702E-7215-455D-A93C-74BF77166B53}" srcOrd="0" destOrd="0" parTransId="{0BFACB1B-B142-4CC8-B721-839BF0254C45}" sibTransId="{7BE9BA26-DCE2-466F-8A5A-37D65B34FD22}"/>
    <dgm:cxn modelId="{32C92880-9567-4847-90E0-99B394070092}" type="presOf" srcId="{4DFE3A66-322E-4BE8-8A0A-81AA8FBBDBE4}" destId="{50D24D2F-0B11-44F7-B753-2A7B8CB14F8C}" srcOrd="0" destOrd="0" presId="urn:microsoft.com/office/officeart/2005/8/layout/bProcess3"/>
    <dgm:cxn modelId="{CAA1CC94-C258-4917-A5E2-2C4E816E2ED8}" type="presOf" srcId="{2772702E-7215-455D-A93C-74BF77166B53}" destId="{5B6FCCD4-94AE-4288-8C0A-EFD219A71BE3}" srcOrd="0" destOrd="0" presId="urn:microsoft.com/office/officeart/2005/8/layout/bProcess3"/>
    <dgm:cxn modelId="{5B576EBC-C713-451B-9105-49D4993F3774}" srcId="{7D2A9CFE-2FE7-4B97-9375-53BCAF04C8DD}" destId="{E0A7CB8E-B15E-4C18-A6B3-084C5E071F3A}" srcOrd="1" destOrd="0" parTransId="{8FE1A24C-F754-45CB-B580-15F2C78A17A8}" sibTransId="{D1F80E0C-A361-45A4-AF76-5AC06CC46D39}"/>
    <dgm:cxn modelId="{496E19DA-BECB-4530-A18A-A5C25CEC21FB}" type="presOf" srcId="{7BE9BA26-DCE2-466F-8A5A-37D65B34FD22}" destId="{F71A636E-F189-4968-B900-F46358BBA59C}" srcOrd="0" destOrd="0" presId="urn:microsoft.com/office/officeart/2005/8/layout/bProcess3"/>
    <dgm:cxn modelId="{BCF46DF8-943C-47C6-B38D-36ACC93AA1F5}" type="presOf" srcId="{D1F80E0C-A361-45A4-AF76-5AC06CC46D39}" destId="{771D23A2-0471-4202-8C5D-5D524DE6F831}" srcOrd="0" destOrd="0" presId="urn:microsoft.com/office/officeart/2005/8/layout/bProcess3"/>
    <dgm:cxn modelId="{895CC5FF-59AB-4A02-965E-F40409319523}" type="presOf" srcId="{E0A7CB8E-B15E-4C18-A6B3-084C5E071F3A}" destId="{14386099-C5D9-4BE3-968F-D5BF85799972}" srcOrd="0" destOrd="0" presId="urn:microsoft.com/office/officeart/2005/8/layout/bProcess3"/>
    <dgm:cxn modelId="{D2D417D4-1D6F-412D-BC17-7A5CB420C70D}" type="presParOf" srcId="{23BEED6B-D0CD-4F4A-A543-397B6569F83D}" destId="{5B6FCCD4-94AE-4288-8C0A-EFD219A71BE3}" srcOrd="0" destOrd="0" presId="urn:microsoft.com/office/officeart/2005/8/layout/bProcess3"/>
    <dgm:cxn modelId="{5DA85E0F-ECD6-4396-A8CD-FE933B16AA88}" type="presParOf" srcId="{23BEED6B-D0CD-4F4A-A543-397B6569F83D}" destId="{F71A636E-F189-4968-B900-F46358BBA59C}" srcOrd="1" destOrd="0" presId="urn:microsoft.com/office/officeart/2005/8/layout/bProcess3"/>
    <dgm:cxn modelId="{D6DB0073-95EF-4826-84B1-8DBD74AC534C}" type="presParOf" srcId="{F71A636E-F189-4968-B900-F46358BBA59C}" destId="{7DA8D115-C396-4915-A721-A9465FA34888}" srcOrd="0" destOrd="0" presId="urn:microsoft.com/office/officeart/2005/8/layout/bProcess3"/>
    <dgm:cxn modelId="{745EAF3B-5368-40C8-B546-733C9A0ECE57}" type="presParOf" srcId="{23BEED6B-D0CD-4F4A-A543-397B6569F83D}" destId="{14386099-C5D9-4BE3-968F-D5BF85799972}" srcOrd="2" destOrd="0" presId="urn:microsoft.com/office/officeart/2005/8/layout/bProcess3"/>
    <dgm:cxn modelId="{35CC79BB-B18F-4437-AC5D-2A894C16ADE3}" type="presParOf" srcId="{23BEED6B-D0CD-4F4A-A543-397B6569F83D}" destId="{771D23A2-0471-4202-8C5D-5D524DE6F831}" srcOrd="3" destOrd="0" presId="urn:microsoft.com/office/officeart/2005/8/layout/bProcess3"/>
    <dgm:cxn modelId="{FF1A59EF-4F4D-4C32-A6E1-79E1367C47E4}" type="presParOf" srcId="{771D23A2-0471-4202-8C5D-5D524DE6F831}" destId="{23E101C6-219F-42DA-8DCA-86907D2C5F1D}" srcOrd="0" destOrd="0" presId="urn:microsoft.com/office/officeart/2005/8/layout/bProcess3"/>
    <dgm:cxn modelId="{E4F89FA1-2EE8-48B8-9803-4C275D50CB1E}" type="presParOf" srcId="{23BEED6B-D0CD-4F4A-A543-397B6569F83D}" destId="{50D24D2F-0B11-44F7-B753-2A7B8CB14F8C}" srcOrd="4" destOrd="0" presId="urn:microsoft.com/office/officeart/2005/8/layout/bProcess3"/>
  </dgm:cxnLst>
  <dgm:bg/>
  <dgm:whole>
    <a:ln w="9525" cap="flat" cmpd="sng" algn="ctr">
      <a:noFill/>
      <a:prstDash val="solid"/>
      <a:round/>
      <a:headEnd type="none" w="med" len="med"/>
      <a:tailEnd type="none" w="med" len="med"/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1A636E-F189-4968-B900-F46358BBA59C}">
      <dsp:nvSpPr>
        <dsp:cNvPr id="0" name=""/>
        <dsp:cNvSpPr/>
      </dsp:nvSpPr>
      <dsp:spPr>
        <a:xfrm>
          <a:off x="3242991" y="922728"/>
          <a:ext cx="90989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72046" y="45720"/>
              </a:lnTo>
              <a:lnTo>
                <a:pt x="472046" y="46738"/>
              </a:lnTo>
              <a:lnTo>
                <a:pt x="909893" y="46738"/>
              </a:lnTo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674426" y="964736"/>
        <a:ext cx="47024" cy="7424"/>
      </dsp:txXfrm>
    </dsp:sp>
    <dsp:sp modelId="{5B6FCCD4-94AE-4288-8C0A-EFD219A71BE3}">
      <dsp:nvSpPr>
        <dsp:cNvPr id="0" name=""/>
        <dsp:cNvSpPr/>
      </dsp:nvSpPr>
      <dsp:spPr>
        <a:xfrm>
          <a:off x="16629" y="0"/>
          <a:ext cx="3228162" cy="1936897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TAKE INPUT PS</a:t>
          </a:r>
        </a:p>
      </dsp:txBody>
      <dsp:txXfrm>
        <a:off x="16629" y="0"/>
        <a:ext cx="3228162" cy="1936897"/>
      </dsp:txXfrm>
    </dsp:sp>
    <dsp:sp modelId="{771D23A2-0471-4202-8C5D-5D524DE6F831}">
      <dsp:nvSpPr>
        <dsp:cNvPr id="0" name=""/>
        <dsp:cNvSpPr/>
      </dsp:nvSpPr>
      <dsp:spPr>
        <a:xfrm>
          <a:off x="7411647" y="923747"/>
          <a:ext cx="71187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711877" y="45720"/>
              </a:lnTo>
            </a:path>
          </a:pathLst>
        </a:custGeom>
        <a:noFill/>
        <a:ln w="635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749024" y="965754"/>
        <a:ext cx="37123" cy="7424"/>
      </dsp:txXfrm>
    </dsp:sp>
    <dsp:sp modelId="{14386099-C5D9-4BE3-968F-D5BF85799972}">
      <dsp:nvSpPr>
        <dsp:cNvPr id="0" name=""/>
        <dsp:cNvSpPr/>
      </dsp:nvSpPr>
      <dsp:spPr>
        <a:xfrm>
          <a:off x="4185285" y="1018"/>
          <a:ext cx="3228162" cy="1936897"/>
        </a:xfrm>
        <a:prstGeom prst="rect">
          <a:avLst/>
        </a:prstGeom>
        <a:gradFill rotWithShape="0">
          <a:gsLst>
            <a:gs pos="0">
              <a:schemeClr val="accent5">
                <a:hueOff val="-3379271"/>
                <a:satOff val="-8710"/>
                <a:lumOff val="-588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379271"/>
                <a:satOff val="-8710"/>
                <a:lumOff val="-588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379271"/>
                <a:satOff val="-8710"/>
                <a:lumOff val="-588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DEFINE GDG CLUSTER</a:t>
          </a:r>
        </a:p>
      </dsp:txBody>
      <dsp:txXfrm>
        <a:off x="4185285" y="1018"/>
        <a:ext cx="3228162" cy="1936897"/>
      </dsp:txXfrm>
    </dsp:sp>
    <dsp:sp modelId="{50D24D2F-0B11-44F7-B753-2A7B8CB14F8C}">
      <dsp:nvSpPr>
        <dsp:cNvPr id="0" name=""/>
        <dsp:cNvSpPr/>
      </dsp:nvSpPr>
      <dsp:spPr>
        <a:xfrm>
          <a:off x="8155925" y="1018"/>
          <a:ext cx="3228162" cy="1936897"/>
        </a:xfrm>
        <a:prstGeom prst="rect">
          <a:avLst/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BACKUP RECORDS FROM INPUT PS TO GDG</a:t>
          </a:r>
        </a:p>
      </dsp:txBody>
      <dsp:txXfrm>
        <a:off x="8155925" y="1018"/>
        <a:ext cx="3228162" cy="193689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1A636E-F189-4968-B900-F46358BBA59C}">
      <dsp:nvSpPr>
        <dsp:cNvPr id="0" name=""/>
        <dsp:cNvSpPr/>
      </dsp:nvSpPr>
      <dsp:spPr>
        <a:xfrm>
          <a:off x="1983957" y="925194"/>
          <a:ext cx="4243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24385" y="45720"/>
              </a:lnTo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184775" y="968639"/>
        <a:ext cx="22749" cy="4549"/>
      </dsp:txXfrm>
    </dsp:sp>
    <dsp:sp modelId="{5B6FCCD4-94AE-4288-8C0A-EFD219A71BE3}">
      <dsp:nvSpPr>
        <dsp:cNvPr id="0" name=""/>
        <dsp:cNvSpPr/>
      </dsp:nvSpPr>
      <dsp:spPr>
        <a:xfrm>
          <a:off x="7557" y="377454"/>
          <a:ext cx="1978199" cy="1186919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EXTRACT HOUSING LOAN DATA FROM INPUT PS</a:t>
          </a:r>
        </a:p>
      </dsp:txBody>
      <dsp:txXfrm>
        <a:off x="7557" y="377454"/>
        <a:ext cx="1978199" cy="1186919"/>
      </dsp:txXfrm>
    </dsp:sp>
    <dsp:sp modelId="{C7BAD58E-67F8-49BE-A2DC-7DE26A170AD5}">
      <dsp:nvSpPr>
        <dsp:cNvPr id="0" name=""/>
        <dsp:cNvSpPr/>
      </dsp:nvSpPr>
      <dsp:spPr>
        <a:xfrm>
          <a:off x="4417142" y="925194"/>
          <a:ext cx="4243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24385" y="45720"/>
              </a:lnTo>
            </a:path>
          </a:pathLst>
        </a:custGeom>
        <a:noFill/>
        <a:ln w="6350" cap="flat" cmpd="sng" algn="ctr">
          <a:solidFill>
            <a:schemeClr val="accent5">
              <a:hueOff val="-2252848"/>
              <a:satOff val="-5806"/>
              <a:lumOff val="-3922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617960" y="968639"/>
        <a:ext cx="22749" cy="4549"/>
      </dsp:txXfrm>
    </dsp:sp>
    <dsp:sp modelId="{D163042A-AAAD-4CD8-BCA5-191E4A0AD037}">
      <dsp:nvSpPr>
        <dsp:cNvPr id="0" name=""/>
        <dsp:cNvSpPr/>
      </dsp:nvSpPr>
      <dsp:spPr>
        <a:xfrm>
          <a:off x="2440742" y="377454"/>
          <a:ext cx="1978199" cy="1186919"/>
        </a:xfrm>
        <a:prstGeom prst="rect">
          <a:avLst/>
        </a:prstGeom>
        <a:gradFill rotWithShape="0">
          <a:gsLst>
            <a:gs pos="0">
              <a:schemeClr val="accent5">
                <a:hueOff val="-1689636"/>
                <a:satOff val="-4355"/>
                <a:lumOff val="-294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689636"/>
                <a:satOff val="-4355"/>
                <a:lumOff val="-294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689636"/>
                <a:satOff val="-4355"/>
                <a:lumOff val="-294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BACKUP THE INPUT FILE TO GDG </a:t>
          </a:r>
        </a:p>
      </dsp:txBody>
      <dsp:txXfrm>
        <a:off x="2440742" y="377454"/>
        <a:ext cx="1978199" cy="1186919"/>
      </dsp:txXfrm>
    </dsp:sp>
    <dsp:sp modelId="{771D23A2-0471-4202-8C5D-5D524DE6F831}">
      <dsp:nvSpPr>
        <dsp:cNvPr id="0" name=""/>
        <dsp:cNvSpPr/>
      </dsp:nvSpPr>
      <dsp:spPr>
        <a:xfrm>
          <a:off x="6850327" y="925194"/>
          <a:ext cx="4243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24385" y="45720"/>
              </a:lnTo>
            </a:path>
          </a:pathLst>
        </a:custGeom>
        <a:noFill/>
        <a:ln w="6350" cap="flat" cmpd="sng" algn="ctr">
          <a:solidFill>
            <a:schemeClr val="accent5">
              <a:hueOff val="-4505695"/>
              <a:satOff val="-11613"/>
              <a:lumOff val="-7843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051145" y="968639"/>
        <a:ext cx="22749" cy="4549"/>
      </dsp:txXfrm>
    </dsp:sp>
    <dsp:sp modelId="{14386099-C5D9-4BE3-968F-D5BF85799972}">
      <dsp:nvSpPr>
        <dsp:cNvPr id="0" name=""/>
        <dsp:cNvSpPr/>
      </dsp:nvSpPr>
      <dsp:spPr>
        <a:xfrm>
          <a:off x="4873927" y="377454"/>
          <a:ext cx="1978199" cy="1186919"/>
        </a:xfrm>
        <a:prstGeom prst="rect">
          <a:avLst/>
        </a:prstGeom>
        <a:gradFill rotWithShape="0">
          <a:gsLst>
            <a:gs pos="0">
              <a:schemeClr val="accent5">
                <a:hueOff val="-3379271"/>
                <a:satOff val="-8710"/>
                <a:lumOff val="-588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379271"/>
                <a:satOff val="-8710"/>
                <a:lumOff val="-588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379271"/>
                <a:satOff val="-8710"/>
                <a:lumOff val="-588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VALIDATE THE RECORDS</a:t>
          </a:r>
        </a:p>
      </dsp:txBody>
      <dsp:txXfrm>
        <a:off x="4873927" y="377454"/>
        <a:ext cx="1978199" cy="1186919"/>
      </dsp:txXfrm>
    </dsp:sp>
    <dsp:sp modelId="{463B7F7C-8807-4B19-92E3-B20635940D6B}">
      <dsp:nvSpPr>
        <dsp:cNvPr id="0" name=""/>
        <dsp:cNvSpPr/>
      </dsp:nvSpPr>
      <dsp:spPr>
        <a:xfrm>
          <a:off x="9283512" y="925194"/>
          <a:ext cx="4243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24385" y="45720"/>
              </a:lnTo>
            </a:path>
          </a:pathLst>
        </a:custGeom>
        <a:noFill/>
        <a:ln w="635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9484330" y="968639"/>
        <a:ext cx="22749" cy="4549"/>
      </dsp:txXfrm>
    </dsp:sp>
    <dsp:sp modelId="{50D24D2F-0B11-44F7-B753-2A7B8CB14F8C}">
      <dsp:nvSpPr>
        <dsp:cNvPr id="0" name=""/>
        <dsp:cNvSpPr/>
      </dsp:nvSpPr>
      <dsp:spPr>
        <a:xfrm>
          <a:off x="7307112" y="377454"/>
          <a:ext cx="1978199" cy="1186919"/>
        </a:xfrm>
        <a:prstGeom prst="rect">
          <a:avLst/>
        </a:prstGeom>
        <a:gradFill rotWithShape="0">
          <a:gsLst>
            <a:gs pos="0">
              <a:schemeClr val="accent5">
                <a:hueOff val="-5068907"/>
                <a:satOff val="-13064"/>
                <a:lumOff val="-882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5068907"/>
                <a:satOff val="-13064"/>
                <a:lumOff val="-882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5068907"/>
                <a:satOff val="-13064"/>
                <a:lumOff val="-882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If INVALID</a:t>
          </a:r>
        </a:p>
      </dsp:txBody>
      <dsp:txXfrm>
        <a:off x="7307112" y="377454"/>
        <a:ext cx="1978199" cy="1186919"/>
      </dsp:txXfrm>
    </dsp:sp>
    <dsp:sp modelId="{A9F56678-908D-4BC4-A85D-4022BC57211E}">
      <dsp:nvSpPr>
        <dsp:cNvPr id="0" name=""/>
        <dsp:cNvSpPr/>
      </dsp:nvSpPr>
      <dsp:spPr>
        <a:xfrm>
          <a:off x="9740297" y="377454"/>
          <a:ext cx="1978199" cy="1186919"/>
        </a:xfrm>
        <a:prstGeom prst="rect">
          <a:avLst/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WRITE THE RECORDS INTO ERROR PS WITH REJECTED REASON</a:t>
          </a:r>
        </a:p>
      </dsp:txBody>
      <dsp:txXfrm>
        <a:off x="9740297" y="377454"/>
        <a:ext cx="1978199" cy="118691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3B7F7C-8807-4B19-92E3-B20635940D6B}">
      <dsp:nvSpPr>
        <dsp:cNvPr id="0" name=""/>
        <dsp:cNvSpPr/>
      </dsp:nvSpPr>
      <dsp:spPr>
        <a:xfrm>
          <a:off x="3077221" y="510224"/>
          <a:ext cx="36154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197872" y="45720"/>
              </a:lnTo>
              <a:lnTo>
                <a:pt x="197872" y="46221"/>
              </a:lnTo>
              <a:lnTo>
                <a:pt x="361544" y="46221"/>
              </a:lnTo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248190" y="553813"/>
        <a:ext cx="19607" cy="4262"/>
      </dsp:txXfrm>
    </dsp:sp>
    <dsp:sp modelId="{50D24D2F-0B11-44F7-B753-2A7B8CB14F8C}">
      <dsp:nvSpPr>
        <dsp:cNvPr id="0" name=""/>
        <dsp:cNvSpPr/>
      </dsp:nvSpPr>
      <dsp:spPr>
        <a:xfrm>
          <a:off x="1225871" y="0"/>
          <a:ext cx="1853149" cy="1111889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If VALID</a:t>
          </a:r>
        </a:p>
      </dsp:txBody>
      <dsp:txXfrm>
        <a:off x="1225871" y="0"/>
        <a:ext cx="1853149" cy="1111889"/>
      </dsp:txXfrm>
    </dsp:sp>
    <dsp:sp modelId="{A64F0B46-977A-41DB-95A4-CB0B5C751651}">
      <dsp:nvSpPr>
        <dsp:cNvPr id="0" name=""/>
        <dsp:cNvSpPr/>
      </dsp:nvSpPr>
      <dsp:spPr>
        <a:xfrm>
          <a:off x="5322515" y="510726"/>
          <a:ext cx="39562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5624" y="45720"/>
              </a:lnTo>
            </a:path>
          </a:pathLst>
        </a:custGeom>
        <a:noFill/>
        <a:ln w="635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509672" y="554315"/>
        <a:ext cx="21311" cy="4262"/>
      </dsp:txXfrm>
    </dsp:sp>
    <dsp:sp modelId="{A9F56678-908D-4BC4-A85D-4022BC57211E}">
      <dsp:nvSpPr>
        <dsp:cNvPr id="0" name=""/>
        <dsp:cNvSpPr/>
      </dsp:nvSpPr>
      <dsp:spPr>
        <a:xfrm>
          <a:off x="3471166" y="501"/>
          <a:ext cx="1853149" cy="1111889"/>
        </a:xfrm>
        <a:prstGeom prst="rect">
          <a:avLst/>
        </a:prstGeom>
        <a:gradFill rotWithShape="0">
          <a:gsLst>
            <a:gs pos="0">
              <a:schemeClr val="accent5">
                <a:hueOff val="-3379271"/>
                <a:satOff val="-8710"/>
                <a:lumOff val="-588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379271"/>
                <a:satOff val="-8710"/>
                <a:lumOff val="-588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379271"/>
                <a:satOff val="-8710"/>
                <a:lumOff val="-588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INSERT THE RECORDS INTO APPLICANT_DB AND LOAN_DB</a:t>
          </a:r>
        </a:p>
      </dsp:txBody>
      <dsp:txXfrm>
        <a:off x="3471166" y="501"/>
        <a:ext cx="1853149" cy="1111889"/>
      </dsp:txXfrm>
    </dsp:sp>
    <dsp:sp modelId="{AF27E6C0-0F6B-4C0A-BB1A-E2D0D8EA7A28}">
      <dsp:nvSpPr>
        <dsp:cNvPr id="0" name=""/>
        <dsp:cNvSpPr/>
      </dsp:nvSpPr>
      <dsp:spPr>
        <a:xfrm>
          <a:off x="5750540" y="501"/>
          <a:ext cx="1853149" cy="1111889"/>
        </a:xfrm>
        <a:prstGeom prst="rect">
          <a:avLst/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CALCULATE THE NEXT REPAYMENT DATE AND BALANCE AMOUNT</a:t>
          </a:r>
        </a:p>
      </dsp:txBody>
      <dsp:txXfrm>
        <a:off x="5750540" y="501"/>
        <a:ext cx="1853149" cy="111188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1A636E-F189-4968-B900-F46358BBA59C}">
      <dsp:nvSpPr>
        <dsp:cNvPr id="0" name=""/>
        <dsp:cNvSpPr/>
      </dsp:nvSpPr>
      <dsp:spPr>
        <a:xfrm>
          <a:off x="3959425" y="634380"/>
          <a:ext cx="49019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90191" y="45720"/>
              </a:lnTo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191501" y="677496"/>
        <a:ext cx="26039" cy="5207"/>
      </dsp:txXfrm>
    </dsp:sp>
    <dsp:sp modelId="{5B6FCCD4-94AE-4288-8C0A-EFD219A71BE3}">
      <dsp:nvSpPr>
        <dsp:cNvPr id="0" name=""/>
        <dsp:cNvSpPr/>
      </dsp:nvSpPr>
      <dsp:spPr>
        <a:xfrm>
          <a:off x="1696916" y="807"/>
          <a:ext cx="2264309" cy="1358585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EXTRACT HOUSING LOAN DATA FROM APPLICANT_DB AND LOAN_DB</a:t>
          </a:r>
        </a:p>
      </dsp:txBody>
      <dsp:txXfrm>
        <a:off x="1696916" y="807"/>
        <a:ext cx="2264309" cy="1358585"/>
      </dsp:txXfrm>
    </dsp:sp>
    <dsp:sp modelId="{771D23A2-0471-4202-8C5D-5D524DE6F831}">
      <dsp:nvSpPr>
        <dsp:cNvPr id="0" name=""/>
        <dsp:cNvSpPr/>
      </dsp:nvSpPr>
      <dsp:spPr>
        <a:xfrm>
          <a:off x="6744526" y="634380"/>
          <a:ext cx="49019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90191" y="45720"/>
              </a:lnTo>
            </a:path>
          </a:pathLst>
        </a:custGeom>
        <a:noFill/>
        <a:ln w="635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76602" y="677496"/>
        <a:ext cx="26039" cy="5207"/>
      </dsp:txXfrm>
    </dsp:sp>
    <dsp:sp modelId="{14386099-C5D9-4BE3-968F-D5BF85799972}">
      <dsp:nvSpPr>
        <dsp:cNvPr id="0" name=""/>
        <dsp:cNvSpPr/>
      </dsp:nvSpPr>
      <dsp:spPr>
        <a:xfrm>
          <a:off x="4482016" y="807"/>
          <a:ext cx="2264309" cy="1358585"/>
        </a:xfrm>
        <a:prstGeom prst="rect">
          <a:avLst/>
        </a:prstGeom>
        <a:gradFill rotWithShape="0">
          <a:gsLst>
            <a:gs pos="0">
              <a:schemeClr val="accent5">
                <a:hueOff val="-3379271"/>
                <a:satOff val="-8710"/>
                <a:lumOff val="-588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379271"/>
                <a:satOff val="-8710"/>
                <a:lumOff val="-588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379271"/>
                <a:satOff val="-8710"/>
                <a:lumOff val="-588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FETCH RECORDS FROM CHENNAI LOCATION AND NOVEMBER MONTH</a:t>
          </a:r>
        </a:p>
      </dsp:txBody>
      <dsp:txXfrm>
        <a:off x="4482016" y="807"/>
        <a:ext cx="2264309" cy="1358585"/>
      </dsp:txXfrm>
    </dsp:sp>
    <dsp:sp modelId="{50D24D2F-0B11-44F7-B753-2A7B8CB14F8C}">
      <dsp:nvSpPr>
        <dsp:cNvPr id="0" name=""/>
        <dsp:cNvSpPr/>
      </dsp:nvSpPr>
      <dsp:spPr>
        <a:xfrm>
          <a:off x="7267117" y="807"/>
          <a:ext cx="2264309" cy="1358585"/>
        </a:xfrm>
        <a:prstGeom prst="rect">
          <a:avLst/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GENERATE A SEPARATE REPORT FILE USING PAGE BREAK LOGIC</a:t>
          </a:r>
        </a:p>
      </dsp:txBody>
      <dsp:txXfrm>
        <a:off x="7267117" y="807"/>
        <a:ext cx="2264309" cy="13585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4/12/2024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4/12/2024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87CED-3CF2-6CA5-87C7-0EB455185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EB75BF-9242-EA04-3D91-D74361619D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FAD4A3-4BCC-BA69-EC09-DF0E8A8019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C30DE2-288C-3C12-6798-20946BF16C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5902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CA0EE-5A65-8EBA-7F56-058604926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65920C-4AD2-C77B-6B7D-7712EDF20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79BB27-6C27-D148-9291-7BEFF2F10F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3AFBB2-128C-C135-4B21-4D26BA47A0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05685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3ABA3-584E-E89D-2C4D-AEA67E5A7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3BA4A7-CB71-58EB-6F8C-FCAE6718D2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7FA7F2-C208-C37C-784F-630D156E4C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19BEAC-1ADE-DEEC-7E9A-7D55A7BCFA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12035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593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2.xml"/><Relationship Id="rId11" Type="http://schemas.openxmlformats.org/officeDocument/2006/relationships/diagramColors" Target="../diagrams/colors3.xml"/><Relationship Id="rId5" Type="http://schemas.openxmlformats.org/officeDocument/2006/relationships/diagramQuickStyle" Target="../diagrams/quickStyle2.xml"/><Relationship Id="rId10" Type="http://schemas.openxmlformats.org/officeDocument/2006/relationships/diagramQuickStyle" Target="../diagrams/quickStyle3.xml"/><Relationship Id="rId4" Type="http://schemas.openxmlformats.org/officeDocument/2006/relationships/diagramLayout" Target="../diagrams/layout2.xml"/><Relationship Id="rId9" Type="http://schemas.openxmlformats.org/officeDocument/2006/relationships/diagramLayout" Target="../diagrams/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10" Type="http://schemas.openxmlformats.org/officeDocument/2006/relationships/image" Target="../media/image15.png"/><Relationship Id="rId4" Type="http://schemas.openxmlformats.org/officeDocument/2006/relationships/diagramLayout" Target="../diagrams/layout4.xml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67127" y="2325655"/>
            <a:ext cx="4254760" cy="2206690"/>
          </a:xfrm>
        </p:spPr>
        <p:txBody>
          <a:bodyPr anchor="ctr"/>
          <a:lstStyle/>
          <a:p>
            <a:r>
              <a:rPr lang="en-US" dirty="0"/>
              <a:t>FINAL PROJECT</a:t>
            </a:r>
            <a:br>
              <a:rPr lang="en-US" dirty="0"/>
            </a:br>
            <a:r>
              <a:rPr lang="en-US" dirty="0"/>
              <a:t>JCL, </a:t>
            </a:r>
            <a:r>
              <a:rPr lang="en-US" dirty="0" err="1"/>
              <a:t>vsam</a:t>
            </a:r>
            <a:r>
              <a:rPr lang="en-US" dirty="0"/>
              <a:t>, COBOL &amp; DB2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A811DA-6086-2CCE-D537-71D06BAD0DD8}"/>
              </a:ext>
            </a:extLst>
          </p:cNvPr>
          <p:cNvSpPr txBox="1"/>
          <p:nvPr/>
        </p:nvSpPr>
        <p:spPr>
          <a:xfrm>
            <a:off x="7832181" y="5271797"/>
            <a:ext cx="41110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PRESENTATION BY: SUNKARA HARSHA </a:t>
            </a:r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418E705-2720-89CD-E22A-1B08C1949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67D2597E-998B-327C-2B7C-687CD3DA66B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57971680"/>
              </p:ext>
            </p:extLst>
          </p:nvPr>
        </p:nvGraphicFramePr>
        <p:xfrm>
          <a:off x="296633" y="2459533"/>
          <a:ext cx="11598733" cy="19389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FDE1E80-83B4-B10E-7837-AC76FE744041}"/>
              </a:ext>
            </a:extLst>
          </p:cNvPr>
          <p:cNvSpPr txBox="1"/>
          <p:nvPr/>
        </p:nvSpPr>
        <p:spPr>
          <a:xfrm>
            <a:off x="525984" y="348123"/>
            <a:ext cx="16345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u="sng" dirty="0"/>
              <a:t>GDGCRT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13230A-A850-24E3-3006-C365D7F0F5D8}"/>
              </a:ext>
            </a:extLst>
          </p:cNvPr>
          <p:cNvSpPr txBox="1"/>
          <p:nvPr/>
        </p:nvSpPr>
        <p:spPr>
          <a:xfrm>
            <a:off x="1388656" y="1807766"/>
            <a:ext cx="11458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STEP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803CD5-D3D1-37DD-0D7F-7B138F6646FE}"/>
              </a:ext>
            </a:extLst>
          </p:cNvPr>
          <p:cNvSpPr txBox="1"/>
          <p:nvPr/>
        </p:nvSpPr>
        <p:spPr>
          <a:xfrm>
            <a:off x="5506880" y="1807766"/>
            <a:ext cx="11458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STEP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054DF4-D3B1-4DCC-AED4-0B4F5909A1EF}"/>
              </a:ext>
            </a:extLst>
          </p:cNvPr>
          <p:cNvSpPr txBox="1"/>
          <p:nvPr/>
        </p:nvSpPr>
        <p:spPr>
          <a:xfrm>
            <a:off x="9486208" y="1807765"/>
            <a:ext cx="11458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STEP 3</a:t>
            </a:r>
          </a:p>
        </p:txBody>
      </p:sp>
    </p:spTree>
    <p:extLst>
      <p:ext uri="{BB962C8B-B14F-4D97-AF65-F5344CB8AC3E}">
        <p14:creationId xmlns:p14="http://schemas.microsoft.com/office/powerpoint/2010/main" val="3421206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AEC70AA-2368-BFAF-6AD1-F9C13F393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9E9C5FC5-5DE9-6E9A-8C40-4B9443E33E9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519463564"/>
              </p:ext>
            </p:extLst>
          </p:nvPr>
        </p:nvGraphicFramePr>
        <p:xfrm>
          <a:off x="172719" y="1487171"/>
          <a:ext cx="11726055" cy="19418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60EF772-B548-572D-BD3D-8025E892EA6E}"/>
              </a:ext>
            </a:extLst>
          </p:cNvPr>
          <p:cNvSpPr txBox="1"/>
          <p:nvPr/>
        </p:nvSpPr>
        <p:spPr>
          <a:xfrm>
            <a:off x="757478" y="660639"/>
            <a:ext cx="17381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u="sng" dirty="0"/>
              <a:t>COBPGM</a:t>
            </a:r>
          </a:p>
        </p:txBody>
      </p:sp>
      <p:graphicFrame>
        <p:nvGraphicFramePr>
          <p:cNvPr id="7" name="Content Placeholder 5">
            <a:extLst>
              <a:ext uri="{FF2B5EF4-FFF2-40B4-BE49-F238E27FC236}">
                <a16:creationId xmlns:a16="http://schemas.microsoft.com/office/drawing/2014/main" id="{045469B0-A636-45EB-3BA9-60E7986589B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68384393"/>
              </p:ext>
            </p:extLst>
          </p:nvPr>
        </p:nvGraphicFramePr>
        <p:xfrm>
          <a:off x="2893671" y="3852647"/>
          <a:ext cx="8795482" cy="11128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4719564-9C24-91F5-299E-60229CB2F9A1}"/>
              </a:ext>
            </a:extLst>
          </p:cNvPr>
          <p:cNvCxnSpPr>
            <a:cxnSpLocks/>
          </p:cNvCxnSpPr>
          <p:nvPr/>
        </p:nvCxnSpPr>
        <p:spPr>
          <a:xfrm flipH="1">
            <a:off x="5320565" y="3098800"/>
            <a:ext cx="2980155" cy="689898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2055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3E563BC-C431-326B-041E-18D846435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5A23928D-5A4A-0211-E5FB-9976970F7AA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968096273"/>
              </p:ext>
            </p:extLst>
          </p:nvPr>
        </p:nvGraphicFramePr>
        <p:xfrm>
          <a:off x="161146" y="1116783"/>
          <a:ext cx="11228343" cy="136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F22B95F-47F9-88D1-684A-EAC066D0A76C}"/>
              </a:ext>
            </a:extLst>
          </p:cNvPr>
          <p:cNvSpPr txBox="1"/>
          <p:nvPr/>
        </p:nvSpPr>
        <p:spPr>
          <a:xfrm>
            <a:off x="525984" y="348123"/>
            <a:ext cx="16834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u="sng" dirty="0"/>
              <a:t>REPPGM</a:t>
            </a:r>
          </a:p>
        </p:txBody>
      </p:sp>
      <p:pic>
        <p:nvPicPr>
          <p:cNvPr id="3" name="Picture 2" descr="A close-up of a form&#10;&#10;Description automatically generated">
            <a:extLst>
              <a:ext uri="{FF2B5EF4-FFF2-40B4-BE49-F238E27FC236}">
                <a16:creationId xmlns:a16="http://schemas.microsoft.com/office/drawing/2014/main" id="{31BF6672-2CF1-C77B-2D26-018BCE46CD2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9248" y="2864604"/>
            <a:ext cx="4358504" cy="2876613"/>
          </a:xfrm>
          <a:prstGeom prst="rect">
            <a:avLst/>
          </a:prstGeom>
        </p:spPr>
      </p:pic>
      <p:pic>
        <p:nvPicPr>
          <p:cNvPr id="7" name="Picture 6" descr="A blank cheque with text&#10;&#10;Description automatically generated">
            <a:extLst>
              <a:ext uri="{FF2B5EF4-FFF2-40B4-BE49-F238E27FC236}">
                <a16:creationId xmlns:a16="http://schemas.microsoft.com/office/drawing/2014/main" id="{39E35E31-F4AB-A00E-A977-25E05420F9C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44199" y="2898634"/>
            <a:ext cx="5035872" cy="2842583"/>
          </a:xfrm>
          <a:prstGeom prst="rect">
            <a:avLst/>
          </a:prstGeom>
        </p:spPr>
      </p:pic>
      <p:pic>
        <p:nvPicPr>
          <p:cNvPr id="9" name="Picture 8" descr="A blank form with text&#10;&#10;Description automatically generated with medium confidence">
            <a:extLst>
              <a:ext uri="{FF2B5EF4-FFF2-40B4-BE49-F238E27FC236}">
                <a16:creationId xmlns:a16="http://schemas.microsoft.com/office/drawing/2014/main" id="{E0E6D72B-0256-86DA-C720-A99FE6BD877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47802" y="3520440"/>
            <a:ext cx="4341687" cy="2768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952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F2FAE-E808-3D3A-4633-FE4A69B69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0558" y="568960"/>
            <a:ext cx="7288282" cy="489617"/>
          </a:xfrm>
        </p:spPr>
        <p:txBody>
          <a:bodyPr/>
          <a:lstStyle/>
          <a:p>
            <a:r>
              <a:rPr lang="en-US" dirty="0"/>
              <a:t>INPUT FILE</a:t>
            </a:r>
            <a:endParaRPr lang="en-IN" dirty="0"/>
          </a:p>
        </p:txBody>
      </p:sp>
      <p:pic>
        <p:nvPicPr>
          <p:cNvPr id="6" name="Content Placeholder 5" descr="A screenshot of a computer&#10;&#10;Description automatically generated">
            <a:extLst>
              <a:ext uri="{FF2B5EF4-FFF2-40B4-BE49-F238E27FC236}">
                <a16:creationId xmlns:a16="http://schemas.microsoft.com/office/drawing/2014/main" id="{A1923963-58AA-AB59-AD84-F8DDCFA68EB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12337" y="1320801"/>
            <a:ext cx="10767326" cy="4968239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05A99D-1DCF-1590-5683-46B1AAC1E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12408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7511C-C67E-5D6C-D90E-DE086D19C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11A17-E6B0-81D4-B65E-BE489F1A7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0558" y="568960"/>
            <a:ext cx="7288282" cy="489617"/>
          </a:xfrm>
        </p:spPr>
        <p:txBody>
          <a:bodyPr/>
          <a:lstStyle/>
          <a:p>
            <a:r>
              <a:rPr lang="en-US" dirty="0"/>
              <a:t>ERROR FILE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17D109-4B5A-05DB-3A15-E15A398D6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8" name="Content Placeholder 7" descr="A screenshot of a computer&#10;&#10;Description automatically generated">
            <a:extLst>
              <a:ext uri="{FF2B5EF4-FFF2-40B4-BE49-F238E27FC236}">
                <a16:creationId xmlns:a16="http://schemas.microsoft.com/office/drawing/2014/main" id="{E5A4B0CB-2A39-453C-5DD4-ECCD71E6122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85869" y="1273811"/>
            <a:ext cx="10820261" cy="5015229"/>
          </a:xfrm>
        </p:spPr>
      </p:pic>
    </p:spTree>
    <p:extLst>
      <p:ext uri="{BB962C8B-B14F-4D97-AF65-F5344CB8AC3E}">
        <p14:creationId xmlns:p14="http://schemas.microsoft.com/office/powerpoint/2010/main" val="22494960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84EFD-29FC-0AB0-8327-71B53E635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218ED-9188-6AA3-AE63-B5128A9D3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0558" y="568960"/>
            <a:ext cx="7288282" cy="489617"/>
          </a:xfrm>
        </p:spPr>
        <p:txBody>
          <a:bodyPr/>
          <a:lstStyle/>
          <a:p>
            <a:r>
              <a:rPr lang="en-US" dirty="0"/>
              <a:t>REPORT FILE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4E5C33-B8C1-607E-34AE-8FBFD8962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7" name="Content Placeholder 6" descr="A screenshot of a computer&#10;&#10;Description automatically generated">
            <a:extLst>
              <a:ext uri="{FF2B5EF4-FFF2-40B4-BE49-F238E27FC236}">
                <a16:creationId xmlns:a16="http://schemas.microsoft.com/office/drawing/2014/main" id="{2CED8F49-EE08-166C-3297-806313A1610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73628" y="1168400"/>
            <a:ext cx="10808772" cy="5009904"/>
          </a:xfrm>
        </p:spPr>
      </p:pic>
    </p:spTree>
    <p:extLst>
      <p:ext uri="{BB962C8B-B14F-4D97-AF65-F5344CB8AC3E}">
        <p14:creationId xmlns:p14="http://schemas.microsoft.com/office/powerpoint/2010/main" val="2469013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1AF43CD1-BB9E-5A6D-FFE2-AB2DC3D8454B}"/>
              </a:ext>
            </a:extLst>
          </p:cNvPr>
          <p:cNvSpPr txBox="1"/>
          <p:nvPr/>
        </p:nvSpPr>
        <p:spPr>
          <a:xfrm>
            <a:off x="3967051" y="2827175"/>
            <a:ext cx="425789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latin typeface="Aharoni" panose="02010803020104030203" pitchFamily="2" charset="-79"/>
                <a:cs typeface="Aharoni" panose="02010803020104030203" pitchFamily="2" charset="-79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6369298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67328976_win32_kb_V13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{1712C7FA-FB04-4B94-96A1-DD959EAF0417}tf67328976_win32</Template>
  <TotalTime>756</TotalTime>
  <Words>130</Words>
  <Application>Microsoft Office PowerPoint</Application>
  <PresentationFormat>Widescreen</PresentationFormat>
  <Paragraphs>34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Aharoni</vt:lpstr>
      <vt:lpstr>Arial</vt:lpstr>
      <vt:lpstr>Calibri</vt:lpstr>
      <vt:lpstr>Tenorite</vt:lpstr>
      <vt:lpstr>Office Theme</vt:lpstr>
      <vt:lpstr>FINAL PROJECT JCL, vsam, COBOL &amp; DB2</vt:lpstr>
      <vt:lpstr>PowerPoint Presentation</vt:lpstr>
      <vt:lpstr>PowerPoint Presentation</vt:lpstr>
      <vt:lpstr>PowerPoint Presentation</vt:lpstr>
      <vt:lpstr>INPUT FILE</vt:lpstr>
      <vt:lpstr>ERROR FILE</vt:lpstr>
      <vt:lpstr>REPORT FILE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 PROJECT JCL AND COBOL</dc:title>
  <dc:creator>Moses, Thalluri (Contractor)</dc:creator>
  <cp:lastModifiedBy>Phaneendra, Vuluvala (Contractor)</cp:lastModifiedBy>
  <cp:revision>3</cp:revision>
  <dcterms:created xsi:type="dcterms:W3CDTF">2024-03-04T16:43:29Z</dcterms:created>
  <dcterms:modified xsi:type="dcterms:W3CDTF">2024-04-12T06:33:01Z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